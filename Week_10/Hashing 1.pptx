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29"/>
  </p:notesMasterIdLst>
  <p:handoutMasterIdLst>
    <p:handoutMasterId r:id="rId30"/>
  </p:handoutMasterIdLst>
  <p:sldIdLst>
    <p:sldId id="852" r:id="rId2"/>
    <p:sldId id="853" r:id="rId3"/>
    <p:sldId id="854" r:id="rId4"/>
    <p:sldId id="855" r:id="rId5"/>
    <p:sldId id="856" r:id="rId6"/>
    <p:sldId id="878" r:id="rId7"/>
    <p:sldId id="859" r:id="rId8"/>
    <p:sldId id="879" r:id="rId9"/>
    <p:sldId id="861" r:id="rId10"/>
    <p:sldId id="882" r:id="rId11"/>
    <p:sldId id="881" r:id="rId12"/>
    <p:sldId id="867" r:id="rId13"/>
    <p:sldId id="880" r:id="rId14"/>
    <p:sldId id="872" r:id="rId15"/>
    <p:sldId id="891" r:id="rId16"/>
    <p:sldId id="892" r:id="rId17"/>
    <p:sldId id="903" r:id="rId18"/>
    <p:sldId id="890" r:id="rId19"/>
    <p:sldId id="876" r:id="rId20"/>
    <p:sldId id="894" r:id="rId21"/>
    <p:sldId id="895" r:id="rId22"/>
    <p:sldId id="896" r:id="rId23"/>
    <p:sldId id="897" r:id="rId24"/>
    <p:sldId id="898" r:id="rId25"/>
    <p:sldId id="899" r:id="rId26"/>
    <p:sldId id="901" r:id="rId27"/>
    <p:sldId id="904" r:id="rId28"/>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kern="1200">
        <a:solidFill>
          <a:schemeClr val="tx1"/>
        </a:solidFill>
        <a:latin typeface="Times New Roman" panose="02020603050405020304" pitchFamily="18" charset="0"/>
        <a:ea typeface="+mn-ea"/>
        <a:cs typeface="+mn-cs"/>
      </a:defRPr>
    </a:lvl5pPr>
    <a:lvl6pPr marL="2286000" algn="l" defTabSz="914400" rtl="0" eaLnBrk="1" latinLnBrk="0" hangingPunct="1">
      <a:defRPr kern="1200">
        <a:solidFill>
          <a:schemeClr val="tx1"/>
        </a:solidFill>
        <a:latin typeface="Times New Roman" panose="02020603050405020304" pitchFamily="18" charset="0"/>
        <a:ea typeface="+mn-ea"/>
        <a:cs typeface="+mn-cs"/>
      </a:defRPr>
    </a:lvl6pPr>
    <a:lvl7pPr marL="2743200" algn="l" defTabSz="914400" rtl="0" eaLnBrk="1" latinLnBrk="0" hangingPunct="1">
      <a:defRPr kern="1200">
        <a:solidFill>
          <a:schemeClr val="tx1"/>
        </a:solidFill>
        <a:latin typeface="Times New Roman" panose="02020603050405020304" pitchFamily="18" charset="0"/>
        <a:ea typeface="+mn-ea"/>
        <a:cs typeface="+mn-cs"/>
      </a:defRPr>
    </a:lvl7pPr>
    <a:lvl8pPr marL="3200400" algn="l" defTabSz="914400" rtl="0" eaLnBrk="1" latinLnBrk="0" hangingPunct="1">
      <a:defRPr kern="1200">
        <a:solidFill>
          <a:schemeClr val="tx1"/>
        </a:solidFill>
        <a:latin typeface="Times New Roman" panose="02020603050405020304" pitchFamily="18" charset="0"/>
        <a:ea typeface="+mn-ea"/>
        <a:cs typeface="+mn-cs"/>
      </a:defRPr>
    </a:lvl8pPr>
    <a:lvl9pPr marL="3657600" algn="l" defTabSz="914400" rtl="0" eaLnBrk="1" latinLnBrk="0" hangingPunct="1">
      <a:defRPr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5">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80"/>
    <a:srgbClr val="FFFF00"/>
    <a:srgbClr val="000099"/>
    <a:srgbClr val="66FF33"/>
    <a:srgbClr val="33CC33"/>
    <a:srgbClr val="FF6600"/>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6A14D2-EB41-B5D8-5CAA-8A9944611272}" v="230" dt="2025-03-21T20:10:58.053"/>
    <p1510:client id="{EF2809C7-BB1E-F840-291F-4CA8A5E6BD00}" v="130" dt="2025-03-21T20:22:20.646"/>
    <p1510:client id="{EF6E94DE-7149-41A6-A82F-E123FAB91698}" v="1" dt="2025-03-21T19:32:53.5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10" autoAdjust="0"/>
    <p:restoredTop sz="97816" autoAdjust="0"/>
  </p:normalViewPr>
  <p:slideViewPr>
    <p:cSldViewPr snapToGrid="0">
      <p:cViewPr varScale="1">
        <p:scale>
          <a:sx n="112" d="100"/>
          <a:sy n="112" d="100"/>
        </p:scale>
        <p:origin x="1536" y="108"/>
      </p:cViewPr>
      <p:guideLst>
        <p:guide orient="horz" pos="2160"/>
        <p:guide pos="2880"/>
      </p:guideLst>
    </p:cSldViewPr>
  </p:slideViewPr>
  <p:outlineViewPr>
    <p:cViewPr>
      <p:scale>
        <a:sx n="33" d="100"/>
        <a:sy n="33" d="100"/>
      </p:scale>
      <p:origin x="24" y="5886"/>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61" d="100"/>
          <a:sy n="61" d="100"/>
        </p:scale>
        <p:origin x="-1698" y="-60"/>
      </p:cViewPr>
      <p:guideLst>
        <p:guide orient="horz" pos="3025"/>
        <p:guide pos="2304"/>
      </p:guideLst>
    </p:cSldViewPr>
  </p:notesViewPr>
  <p:gridSpacing cx="38405" cy="384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1026">
            <a:extLst>
              <a:ext uri="{FF2B5EF4-FFF2-40B4-BE49-F238E27FC236}">
                <a16:creationId xmlns:a16="http://schemas.microsoft.com/office/drawing/2014/main" xmlns="" id="{8595D23B-5A73-D743-77C7-1027106381FE}"/>
              </a:ext>
            </a:extLst>
          </p:cNvPr>
          <p:cNvSpPr>
            <a:spLocks noGrp="1" noChangeArrowheads="1"/>
          </p:cNvSpPr>
          <p:nvPr>
            <p:ph type="hdr" sz="quarter"/>
          </p:nvPr>
        </p:nvSpPr>
        <p:spPr bwMode="auto">
          <a:xfrm>
            <a:off x="0" y="0"/>
            <a:ext cx="3170238" cy="479425"/>
          </a:xfrm>
          <a:prstGeom prst="rect">
            <a:avLst/>
          </a:prstGeom>
          <a:noFill/>
          <a:ln w="9525">
            <a:noFill/>
            <a:miter lim="800000"/>
            <a:headEnd/>
            <a:tailEnd/>
          </a:ln>
        </p:spPr>
        <p:txBody>
          <a:bodyPr vert="horz" wrap="square" lIns="97319" tIns="48660" rIns="97319" bIns="48660" numCol="1" anchor="t" anchorCtr="0" compatLnSpc="1">
            <a:prstTxWarp prst="textNoShape">
              <a:avLst/>
            </a:prstTxWarp>
          </a:bodyPr>
          <a:lstStyle>
            <a:lvl1pPr defTabSz="973138" eaLnBrk="1" hangingPunct="1">
              <a:defRPr sz="1300"/>
            </a:lvl1pPr>
          </a:lstStyle>
          <a:p>
            <a:pPr>
              <a:defRPr/>
            </a:pPr>
            <a:endParaRPr lang="en-US"/>
          </a:p>
        </p:txBody>
      </p:sp>
      <p:sp>
        <p:nvSpPr>
          <p:cNvPr id="10243" name="Rectangle 1027">
            <a:extLst>
              <a:ext uri="{FF2B5EF4-FFF2-40B4-BE49-F238E27FC236}">
                <a16:creationId xmlns:a16="http://schemas.microsoft.com/office/drawing/2014/main" xmlns="" id="{74C41FFA-445E-ADA1-0A9E-E2F5CD5E858D}"/>
              </a:ext>
            </a:extLst>
          </p:cNvPr>
          <p:cNvSpPr>
            <a:spLocks noGrp="1" noChangeArrowheads="1"/>
          </p:cNvSpPr>
          <p:nvPr>
            <p:ph type="dt" sz="quarter" idx="1"/>
          </p:nvPr>
        </p:nvSpPr>
        <p:spPr bwMode="auto">
          <a:xfrm>
            <a:off x="4144963" y="0"/>
            <a:ext cx="3170237" cy="479425"/>
          </a:xfrm>
          <a:prstGeom prst="rect">
            <a:avLst/>
          </a:prstGeom>
          <a:noFill/>
          <a:ln w="9525">
            <a:noFill/>
            <a:miter lim="800000"/>
            <a:headEnd/>
            <a:tailEnd/>
          </a:ln>
        </p:spPr>
        <p:txBody>
          <a:bodyPr vert="horz" wrap="square" lIns="97319" tIns="48660" rIns="97319" bIns="48660" numCol="1" anchor="t" anchorCtr="0" compatLnSpc="1">
            <a:prstTxWarp prst="textNoShape">
              <a:avLst/>
            </a:prstTxWarp>
          </a:bodyPr>
          <a:lstStyle>
            <a:lvl1pPr algn="r" defTabSz="973138" eaLnBrk="1" hangingPunct="1">
              <a:defRPr sz="1300"/>
            </a:lvl1pPr>
          </a:lstStyle>
          <a:p>
            <a:pPr>
              <a:defRPr/>
            </a:pPr>
            <a:endParaRPr lang="en-US"/>
          </a:p>
        </p:txBody>
      </p:sp>
      <p:sp>
        <p:nvSpPr>
          <p:cNvPr id="10244" name="Rectangle 1028">
            <a:extLst>
              <a:ext uri="{FF2B5EF4-FFF2-40B4-BE49-F238E27FC236}">
                <a16:creationId xmlns:a16="http://schemas.microsoft.com/office/drawing/2014/main" xmlns="" id="{3AE8E1F7-FF73-5A73-3186-385BBD4A12A1}"/>
              </a:ext>
            </a:extLst>
          </p:cNvPr>
          <p:cNvSpPr>
            <a:spLocks noGrp="1" noChangeArrowheads="1"/>
          </p:cNvSpPr>
          <p:nvPr>
            <p:ph type="ftr" sz="quarter" idx="2"/>
          </p:nvPr>
        </p:nvSpPr>
        <p:spPr bwMode="auto">
          <a:xfrm>
            <a:off x="0" y="9121775"/>
            <a:ext cx="3170238" cy="479425"/>
          </a:xfrm>
          <a:prstGeom prst="rect">
            <a:avLst/>
          </a:prstGeom>
          <a:noFill/>
          <a:ln w="9525">
            <a:noFill/>
            <a:miter lim="800000"/>
            <a:headEnd/>
            <a:tailEnd/>
          </a:ln>
        </p:spPr>
        <p:txBody>
          <a:bodyPr vert="horz" wrap="square" lIns="97319" tIns="48660" rIns="97319" bIns="48660" numCol="1" anchor="b" anchorCtr="0" compatLnSpc="1">
            <a:prstTxWarp prst="textNoShape">
              <a:avLst/>
            </a:prstTxWarp>
          </a:bodyPr>
          <a:lstStyle>
            <a:lvl1pPr defTabSz="973138" eaLnBrk="1" hangingPunct="1">
              <a:defRPr sz="1300"/>
            </a:lvl1pPr>
          </a:lstStyle>
          <a:p>
            <a:pPr>
              <a:defRPr/>
            </a:pPr>
            <a:endParaRPr lang="en-US"/>
          </a:p>
        </p:txBody>
      </p:sp>
      <p:sp>
        <p:nvSpPr>
          <p:cNvPr id="10245" name="Rectangle 1029">
            <a:extLst>
              <a:ext uri="{FF2B5EF4-FFF2-40B4-BE49-F238E27FC236}">
                <a16:creationId xmlns:a16="http://schemas.microsoft.com/office/drawing/2014/main" xmlns="" id="{70E71432-582A-B936-1986-0DD897873B23}"/>
              </a:ext>
            </a:extLst>
          </p:cNvPr>
          <p:cNvSpPr>
            <a:spLocks noGrp="1" noChangeArrowheads="1"/>
          </p:cNvSpPr>
          <p:nvPr>
            <p:ph type="sldNum" sz="quarter" idx="3"/>
          </p:nvPr>
        </p:nvSpPr>
        <p:spPr bwMode="auto">
          <a:xfrm>
            <a:off x="4144963" y="9121775"/>
            <a:ext cx="3170237" cy="479425"/>
          </a:xfrm>
          <a:prstGeom prst="rect">
            <a:avLst/>
          </a:prstGeom>
          <a:noFill/>
          <a:ln w="9525">
            <a:noFill/>
            <a:miter lim="800000"/>
            <a:headEnd/>
            <a:tailEnd/>
          </a:ln>
        </p:spPr>
        <p:txBody>
          <a:bodyPr vert="horz" wrap="square" lIns="97319" tIns="48660" rIns="97319" bIns="48660" numCol="1" anchor="b" anchorCtr="0" compatLnSpc="1">
            <a:prstTxWarp prst="textNoShape">
              <a:avLst/>
            </a:prstTxWarp>
          </a:bodyPr>
          <a:lstStyle>
            <a:lvl1pPr algn="r" defTabSz="973138" eaLnBrk="1" hangingPunct="1">
              <a:defRPr sz="1300"/>
            </a:lvl1pPr>
          </a:lstStyle>
          <a:p>
            <a:fld id="{0BD00855-41E7-47D1-8D83-9F3368EE675F}"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xmlns="" id="{F5B253C1-0EF9-1FE4-ED02-E22293DCEE10}"/>
              </a:ext>
            </a:extLst>
          </p:cNvPr>
          <p:cNvSpPr>
            <a:spLocks noGrp="1" noChangeArrowheads="1"/>
          </p:cNvSpPr>
          <p:nvPr>
            <p:ph type="hdr" sz="quarter"/>
          </p:nvPr>
        </p:nvSpPr>
        <p:spPr bwMode="auto">
          <a:xfrm>
            <a:off x="0" y="0"/>
            <a:ext cx="3170238" cy="479425"/>
          </a:xfrm>
          <a:prstGeom prst="rect">
            <a:avLst/>
          </a:prstGeom>
          <a:noFill/>
          <a:ln w="9525">
            <a:noFill/>
            <a:miter lim="800000"/>
            <a:headEnd/>
            <a:tailEnd/>
          </a:ln>
        </p:spPr>
        <p:txBody>
          <a:bodyPr vert="horz" wrap="square" lIns="97319" tIns="48660" rIns="97319" bIns="48660" numCol="1" anchor="t" anchorCtr="0" compatLnSpc="1">
            <a:prstTxWarp prst="textNoShape">
              <a:avLst/>
            </a:prstTxWarp>
          </a:bodyPr>
          <a:lstStyle>
            <a:lvl1pPr defTabSz="973138" eaLnBrk="1" hangingPunct="1">
              <a:defRPr sz="1300"/>
            </a:lvl1pPr>
          </a:lstStyle>
          <a:p>
            <a:pPr>
              <a:defRPr/>
            </a:pPr>
            <a:endParaRPr lang="en-US"/>
          </a:p>
        </p:txBody>
      </p:sp>
      <p:sp>
        <p:nvSpPr>
          <p:cNvPr id="4099" name="Rectangle 3">
            <a:extLst>
              <a:ext uri="{FF2B5EF4-FFF2-40B4-BE49-F238E27FC236}">
                <a16:creationId xmlns:a16="http://schemas.microsoft.com/office/drawing/2014/main" xmlns="" id="{C2BECD15-B3E0-CBBC-9AD1-38E88476E553}"/>
              </a:ext>
            </a:extLst>
          </p:cNvPr>
          <p:cNvSpPr>
            <a:spLocks noGrp="1" noChangeArrowheads="1"/>
          </p:cNvSpPr>
          <p:nvPr>
            <p:ph type="dt" idx="1"/>
          </p:nvPr>
        </p:nvSpPr>
        <p:spPr bwMode="auto">
          <a:xfrm>
            <a:off x="4144963" y="0"/>
            <a:ext cx="3170237" cy="479425"/>
          </a:xfrm>
          <a:prstGeom prst="rect">
            <a:avLst/>
          </a:prstGeom>
          <a:noFill/>
          <a:ln w="9525">
            <a:noFill/>
            <a:miter lim="800000"/>
            <a:headEnd/>
            <a:tailEnd/>
          </a:ln>
        </p:spPr>
        <p:txBody>
          <a:bodyPr vert="horz" wrap="square" lIns="97319" tIns="48660" rIns="97319" bIns="48660" numCol="1" anchor="t" anchorCtr="0" compatLnSpc="1">
            <a:prstTxWarp prst="textNoShape">
              <a:avLst/>
            </a:prstTxWarp>
          </a:bodyPr>
          <a:lstStyle>
            <a:lvl1pPr algn="r" defTabSz="973138" eaLnBrk="1" hangingPunct="1">
              <a:defRPr sz="1300"/>
            </a:lvl1pPr>
          </a:lstStyle>
          <a:p>
            <a:pPr>
              <a:defRPr/>
            </a:pPr>
            <a:endParaRPr lang="en-US"/>
          </a:p>
        </p:txBody>
      </p:sp>
      <p:sp>
        <p:nvSpPr>
          <p:cNvPr id="6148" name="Rectangle 4">
            <a:extLst>
              <a:ext uri="{FF2B5EF4-FFF2-40B4-BE49-F238E27FC236}">
                <a16:creationId xmlns:a16="http://schemas.microsoft.com/office/drawing/2014/main" xmlns="" id="{81F759E9-D55F-4D7F-1969-0988B0417BE6}"/>
              </a:ext>
            </a:extLst>
          </p:cNvPr>
          <p:cNvSpPr>
            <a:spLocks noGrp="1" noRot="1" noChangeAspect="1" noChangeArrowheads="1" noTextEdit="1"/>
          </p:cNvSpPr>
          <p:nvPr>
            <p:ph type="sldImg" idx="2"/>
          </p:nvPr>
        </p:nvSpPr>
        <p:spPr bwMode="auto">
          <a:xfrm>
            <a:off x="1257300" y="719138"/>
            <a:ext cx="4802188" cy="360203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xmlns="" id="{C2343B28-14D9-900F-9B4C-CB5F6909CAE6}"/>
              </a:ext>
            </a:extLst>
          </p:cNvPr>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p:spPr>
        <p:txBody>
          <a:bodyPr vert="horz" wrap="square" lIns="97319" tIns="48660" rIns="97319" bIns="4866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a:extLst>
              <a:ext uri="{FF2B5EF4-FFF2-40B4-BE49-F238E27FC236}">
                <a16:creationId xmlns:a16="http://schemas.microsoft.com/office/drawing/2014/main" xmlns="" id="{6EAD96D4-B6CB-35BC-6187-5B968371F6AA}"/>
              </a:ext>
            </a:extLst>
          </p:cNvPr>
          <p:cNvSpPr>
            <a:spLocks noGrp="1" noChangeArrowheads="1"/>
          </p:cNvSpPr>
          <p:nvPr>
            <p:ph type="ftr" sz="quarter" idx="4"/>
          </p:nvPr>
        </p:nvSpPr>
        <p:spPr bwMode="auto">
          <a:xfrm>
            <a:off x="0" y="9121775"/>
            <a:ext cx="3170238" cy="479425"/>
          </a:xfrm>
          <a:prstGeom prst="rect">
            <a:avLst/>
          </a:prstGeom>
          <a:noFill/>
          <a:ln w="9525">
            <a:noFill/>
            <a:miter lim="800000"/>
            <a:headEnd/>
            <a:tailEnd/>
          </a:ln>
        </p:spPr>
        <p:txBody>
          <a:bodyPr vert="horz" wrap="square" lIns="97319" tIns="48660" rIns="97319" bIns="48660" numCol="1" anchor="b" anchorCtr="0" compatLnSpc="1">
            <a:prstTxWarp prst="textNoShape">
              <a:avLst/>
            </a:prstTxWarp>
          </a:bodyPr>
          <a:lstStyle>
            <a:lvl1pPr defTabSz="973138" eaLnBrk="1" hangingPunct="1">
              <a:defRPr sz="1300"/>
            </a:lvl1pPr>
          </a:lstStyle>
          <a:p>
            <a:pPr>
              <a:defRPr/>
            </a:pPr>
            <a:endParaRPr lang="en-US"/>
          </a:p>
        </p:txBody>
      </p:sp>
      <p:sp>
        <p:nvSpPr>
          <p:cNvPr id="4103" name="Rectangle 7">
            <a:extLst>
              <a:ext uri="{FF2B5EF4-FFF2-40B4-BE49-F238E27FC236}">
                <a16:creationId xmlns:a16="http://schemas.microsoft.com/office/drawing/2014/main" xmlns="" id="{3EBACA60-3C56-5408-BC0D-1688AA01AF94}"/>
              </a:ext>
            </a:extLst>
          </p:cNvPr>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p:spPr>
        <p:txBody>
          <a:bodyPr vert="horz" wrap="square" lIns="97319" tIns="48660" rIns="97319" bIns="48660" numCol="1" anchor="b" anchorCtr="0" compatLnSpc="1">
            <a:prstTxWarp prst="textNoShape">
              <a:avLst/>
            </a:prstTxWarp>
          </a:bodyPr>
          <a:lstStyle>
            <a:lvl1pPr algn="r" defTabSz="973138" eaLnBrk="1" hangingPunct="1">
              <a:defRPr sz="1300"/>
            </a:lvl1pPr>
          </a:lstStyle>
          <a:p>
            <a:fld id="{EB0DE09F-75A3-47F8-B64A-689D40B4500B}" type="slidenum">
              <a:rPr lang="en-US" altLang="en-US"/>
              <a:pPr/>
              <a:t>‹#›</a:t>
            </a:fld>
            <a:endParaRPr lang="en-US" altLang="en-US"/>
          </a:p>
        </p:txBody>
      </p:sp>
    </p:spTree>
    <p:extLst>
      <p:ext uri="{BB962C8B-B14F-4D97-AF65-F5344CB8AC3E}">
        <p14:creationId xmlns:p14="http://schemas.microsoft.com/office/powerpoint/2010/main" val="172336946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Text Box 1">
            <a:extLst>
              <a:ext uri="{FF2B5EF4-FFF2-40B4-BE49-F238E27FC236}">
                <a16:creationId xmlns:a16="http://schemas.microsoft.com/office/drawing/2014/main" xmlns="" id="{68ADD581-CAD6-16B3-6051-41E2CC252D42}"/>
              </a:ext>
            </a:extLst>
          </p:cNvPr>
          <p:cNvSpPr>
            <a:spLocks noGrp="1" noChangeArrowheads="1"/>
          </p:cNvSpPr>
          <p:nvPr>
            <p:ph type="body"/>
          </p:nvPr>
        </p:nvSpPr>
        <p:spPr>
          <a:xfrm>
            <a:off x="974725" y="4560888"/>
            <a:ext cx="5365750" cy="21669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This lecture introduces hash tables, which are an array-based method for implementing a Dictionary. You should recall that we have seen dictionaries implemented in other ways, for example with a binary search tree. The abstract properties of a dictionary remain the same: We can insert items in the dictionary, and each item has a key associated with it. When we want to retrieve an item, we specify only the key, and the retrieval process finds the associated data.</a:t>
            </a:r>
          </a:p>
          <a:p>
            <a:pPr>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endParaRPr lang="en-GB" altLang="en-US">
              <a:latin typeface="Arial" panose="020B0604020202020204" pitchFamily="34" charset="0"/>
              <a:ea typeface="Arial Unicode MS" panose="020B0604020202020204" pitchFamily="34" charset="-128"/>
              <a:cs typeface="Arial Unicode MS" panose="020B0604020202020204" pitchFamily="34" charset="-128"/>
            </a:endParaRPr>
          </a:p>
          <a:p>
            <a:pPr>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What we do now is use an array to implement the dictionary. The array is an array of records. In this example, we could store up to 701 records in the array.</a:t>
            </a:r>
          </a:p>
        </p:txBody>
      </p:sp>
      <p:sp>
        <p:nvSpPr>
          <p:cNvPr id="9219" name="Rectangle 2">
            <a:extLst>
              <a:ext uri="{FF2B5EF4-FFF2-40B4-BE49-F238E27FC236}">
                <a16:creationId xmlns:a16="http://schemas.microsoft.com/office/drawing/2014/main" xmlns="" id="{315BA276-48B6-1EA1-E206-58D5F9A568A9}"/>
              </a:ext>
            </a:extLst>
          </p:cNvPr>
          <p:cNvSpPr>
            <a:spLocks noGrp="1" noRot="1" noChangeAspect="1" noChangeArrowheads="1" noTextEdit="1"/>
          </p:cNvSpPr>
          <p:nvPr>
            <p:ph type="sldImg" idx="1"/>
          </p:nvPr>
        </p:nvSpPr>
        <p:spPr>
          <a:xfrm>
            <a:off x="1266825" y="727075"/>
            <a:ext cx="4781550" cy="3586163"/>
          </a:xfrm>
          <a:ln/>
        </p:spPr>
      </p:sp>
    </p:spTree>
    <p:extLst>
      <p:ext uri="{BB962C8B-B14F-4D97-AF65-F5344CB8AC3E}">
        <p14:creationId xmlns:p14="http://schemas.microsoft.com/office/powerpoint/2010/main" val="6186060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6" name="Text Box 1">
            <a:extLst>
              <a:ext uri="{FF2B5EF4-FFF2-40B4-BE49-F238E27FC236}">
                <a16:creationId xmlns:a16="http://schemas.microsoft.com/office/drawing/2014/main" xmlns="" id="{ED8B70B4-A4F3-BA15-2235-89167D05DC32}"/>
              </a:ext>
            </a:extLst>
          </p:cNvPr>
          <p:cNvSpPr>
            <a:spLocks noGrp="1" noChangeArrowheads="1"/>
          </p:cNvSpPr>
          <p:nvPr>
            <p:ph type="body"/>
          </p:nvPr>
        </p:nvSpPr>
        <p:spPr>
          <a:xfrm>
            <a:off x="974725" y="4560888"/>
            <a:ext cx="5365750" cy="7858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Each record in the array contains two parts. The first part is a number that we'll use for the key of the item. We could use something else for the keys, such as a string. But for a hash table, numbers make the most convenient keys.</a:t>
            </a:r>
          </a:p>
        </p:txBody>
      </p:sp>
      <p:sp>
        <p:nvSpPr>
          <p:cNvPr id="11267" name="Rectangle 2">
            <a:extLst>
              <a:ext uri="{FF2B5EF4-FFF2-40B4-BE49-F238E27FC236}">
                <a16:creationId xmlns:a16="http://schemas.microsoft.com/office/drawing/2014/main" xmlns="" id="{5486979D-04B9-6861-0C3B-03D5C402D9FA}"/>
              </a:ext>
            </a:extLst>
          </p:cNvPr>
          <p:cNvSpPr>
            <a:spLocks noGrp="1" noRot="1" noChangeAspect="1" noChangeArrowheads="1" noTextEdit="1"/>
          </p:cNvSpPr>
          <p:nvPr>
            <p:ph type="sldImg" idx="1"/>
          </p:nvPr>
        </p:nvSpPr>
        <p:spPr>
          <a:xfrm>
            <a:off x="1266825" y="727075"/>
            <a:ext cx="4781550" cy="3586163"/>
          </a:xfrm>
          <a:ln/>
        </p:spPr>
      </p:sp>
    </p:spTree>
    <p:extLst>
      <p:ext uri="{BB962C8B-B14F-4D97-AF65-F5344CB8AC3E}">
        <p14:creationId xmlns:p14="http://schemas.microsoft.com/office/powerpoint/2010/main" val="8808546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Text Box 1">
            <a:extLst>
              <a:ext uri="{FF2B5EF4-FFF2-40B4-BE49-F238E27FC236}">
                <a16:creationId xmlns:a16="http://schemas.microsoft.com/office/drawing/2014/main" xmlns="" id="{A9862B72-5F8D-D210-665C-35D04359DF5C}"/>
              </a:ext>
            </a:extLst>
          </p:cNvPr>
          <p:cNvSpPr>
            <a:spLocks noGrp="1" noChangeArrowheads="1"/>
          </p:cNvSpPr>
          <p:nvPr>
            <p:ph type="body"/>
          </p:nvPr>
        </p:nvSpPr>
        <p:spPr>
          <a:xfrm>
            <a:off x="974725" y="4560888"/>
            <a:ext cx="5365750" cy="9572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The numbers might be identification numbers of some sort, and the rest of the record contains information about a person. So the pattern that you see here is the same pattern that you've seen in other dictionaries: Each entry in the dictionary has a key (in this case an identifying number) and some associated data.</a:t>
            </a:r>
          </a:p>
        </p:txBody>
      </p:sp>
      <p:sp>
        <p:nvSpPr>
          <p:cNvPr id="13315" name="Rectangle 2">
            <a:extLst>
              <a:ext uri="{FF2B5EF4-FFF2-40B4-BE49-F238E27FC236}">
                <a16:creationId xmlns:a16="http://schemas.microsoft.com/office/drawing/2014/main" xmlns="" id="{1A6BCACF-3C7F-E9A1-813A-99DED4447FF5}"/>
              </a:ext>
            </a:extLst>
          </p:cNvPr>
          <p:cNvSpPr>
            <a:spLocks noGrp="1" noRot="1" noChangeAspect="1" noChangeArrowheads="1" noTextEdit="1"/>
          </p:cNvSpPr>
          <p:nvPr>
            <p:ph type="sldImg" idx="1"/>
          </p:nvPr>
        </p:nvSpPr>
        <p:spPr>
          <a:xfrm>
            <a:off x="1266825" y="727075"/>
            <a:ext cx="4781550" cy="3586163"/>
          </a:xfrm>
          <a:ln/>
        </p:spPr>
      </p:sp>
    </p:spTree>
    <p:extLst>
      <p:ext uri="{BB962C8B-B14F-4D97-AF65-F5344CB8AC3E}">
        <p14:creationId xmlns:p14="http://schemas.microsoft.com/office/powerpoint/2010/main" val="32252119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Text Box 1">
            <a:extLst>
              <a:ext uri="{FF2B5EF4-FFF2-40B4-BE49-F238E27FC236}">
                <a16:creationId xmlns:a16="http://schemas.microsoft.com/office/drawing/2014/main" xmlns="" id="{CF7D6E8F-FF6F-3258-1C35-C86BF25B11C7}"/>
              </a:ext>
            </a:extLst>
          </p:cNvPr>
          <p:cNvSpPr>
            <a:spLocks noGrp="1" noChangeArrowheads="1"/>
          </p:cNvSpPr>
          <p:nvPr>
            <p:ph type="body"/>
          </p:nvPr>
        </p:nvSpPr>
        <p:spPr>
          <a:xfrm>
            <a:off x="974725" y="4560888"/>
            <a:ext cx="5365750" cy="2162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When a hash table is being used as a dictionary, some of the array locations are in use, and other spots are "empty", waiting for a new entry to come along.</a:t>
            </a:r>
          </a:p>
          <a:p>
            <a:pPr>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endParaRPr lang="en-GB" altLang="en-US">
              <a:latin typeface="Arial" panose="020B0604020202020204" pitchFamily="34" charset="0"/>
              <a:ea typeface="Arial Unicode MS" panose="020B0604020202020204" pitchFamily="34" charset="-128"/>
              <a:cs typeface="Arial Unicode MS" panose="020B0604020202020204" pitchFamily="34" charset="-128"/>
            </a:endParaRPr>
          </a:p>
          <a:p>
            <a:pPr>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Oftentimes, the empty spots are identified by a special key. For example, if all our identification numbers are positive, then we could use 0 as the Number that indicates an empty spot.</a:t>
            </a:r>
          </a:p>
          <a:p>
            <a:pPr>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endParaRPr lang="en-GB" altLang="en-US">
              <a:latin typeface="Arial" panose="020B0604020202020204" pitchFamily="34" charset="0"/>
              <a:ea typeface="Arial Unicode MS" panose="020B0604020202020204" pitchFamily="34" charset="-128"/>
              <a:cs typeface="Arial Unicode MS" panose="020B0604020202020204" pitchFamily="34" charset="-128"/>
            </a:endParaRPr>
          </a:p>
          <a:p>
            <a:pPr>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With this drawing, locations [0], [4], [6], and maybe some others would all have Number=0.</a:t>
            </a:r>
          </a:p>
        </p:txBody>
      </p:sp>
      <p:sp>
        <p:nvSpPr>
          <p:cNvPr id="15363" name="Rectangle 2">
            <a:extLst>
              <a:ext uri="{FF2B5EF4-FFF2-40B4-BE49-F238E27FC236}">
                <a16:creationId xmlns:a16="http://schemas.microsoft.com/office/drawing/2014/main" xmlns="" id="{9C9EBDDB-AF55-B7AB-F633-81AD1E4E02CE}"/>
              </a:ext>
            </a:extLst>
          </p:cNvPr>
          <p:cNvSpPr>
            <a:spLocks noGrp="1" noRot="1" noChangeAspect="1" noChangeArrowheads="1" noTextEdit="1"/>
          </p:cNvSpPr>
          <p:nvPr>
            <p:ph type="sldImg" idx="1"/>
          </p:nvPr>
        </p:nvSpPr>
        <p:spPr>
          <a:xfrm>
            <a:off x="1266825" y="727075"/>
            <a:ext cx="4781550" cy="3586163"/>
          </a:xfrm>
          <a:ln/>
        </p:spPr>
      </p:sp>
    </p:spTree>
    <p:extLst>
      <p:ext uri="{BB962C8B-B14F-4D97-AF65-F5344CB8AC3E}">
        <p14:creationId xmlns:p14="http://schemas.microsoft.com/office/powerpoint/2010/main" val="32167893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Text Box 1">
            <a:extLst>
              <a:ext uri="{FF2B5EF4-FFF2-40B4-BE49-F238E27FC236}">
                <a16:creationId xmlns:a16="http://schemas.microsoft.com/office/drawing/2014/main" xmlns="" id="{479408F3-EB61-63FB-A954-08A9C71E09F3}"/>
              </a:ext>
            </a:extLst>
          </p:cNvPr>
          <p:cNvSpPr>
            <a:spLocks noGrp="1" noChangeArrowheads="1"/>
          </p:cNvSpPr>
          <p:nvPr>
            <p:ph type="body"/>
          </p:nvPr>
        </p:nvSpPr>
        <p:spPr>
          <a:xfrm>
            <a:off x="974725" y="4560888"/>
            <a:ext cx="5365750" cy="7858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In order to insert a new entry, the key of the entry must somehow be converted to an index in the array. For our example, we must convert the key number into an index between 0 and 700. The conversion process is called </a:t>
            </a:r>
            <a:r>
              <a:rPr lang="en-GB" altLang="en-US" u="sng">
                <a:latin typeface="Arial" panose="020B0604020202020204" pitchFamily="34" charset="0"/>
                <a:ea typeface="Arial Unicode MS" panose="020B0604020202020204" pitchFamily="34" charset="-128"/>
                <a:cs typeface="Arial Unicode MS" panose="020B0604020202020204" pitchFamily="34" charset="-128"/>
              </a:rPr>
              <a:t>hashing</a:t>
            </a:r>
            <a:r>
              <a:rPr lang="en-GB" altLang="en-US">
                <a:latin typeface="Arial" panose="020B0604020202020204" pitchFamily="34" charset="0"/>
                <a:ea typeface="Arial Unicode MS" panose="020B0604020202020204" pitchFamily="34" charset="-128"/>
                <a:cs typeface="Arial Unicode MS" panose="020B0604020202020204" pitchFamily="34" charset="-128"/>
              </a:rPr>
              <a:t> and the index is called the </a:t>
            </a:r>
            <a:r>
              <a:rPr lang="en-GB" altLang="en-US" u="sng">
                <a:latin typeface="Arial" panose="020B0604020202020204" pitchFamily="34" charset="0"/>
                <a:ea typeface="Arial Unicode MS" panose="020B0604020202020204" pitchFamily="34" charset="-128"/>
                <a:cs typeface="Arial Unicode MS" panose="020B0604020202020204" pitchFamily="34" charset="-128"/>
              </a:rPr>
              <a:t>hash value</a:t>
            </a:r>
            <a:r>
              <a:rPr lang="en-GB" altLang="en-US">
                <a:latin typeface="Arial" panose="020B0604020202020204" pitchFamily="34" charset="0"/>
                <a:ea typeface="Arial Unicode MS" panose="020B0604020202020204" pitchFamily="34" charset="-128"/>
                <a:cs typeface="Arial Unicode MS" panose="020B0604020202020204" pitchFamily="34" charset="-128"/>
              </a:rPr>
              <a:t> of the key.</a:t>
            </a:r>
          </a:p>
        </p:txBody>
      </p:sp>
      <p:sp>
        <p:nvSpPr>
          <p:cNvPr id="17411" name="Rectangle 2">
            <a:extLst>
              <a:ext uri="{FF2B5EF4-FFF2-40B4-BE49-F238E27FC236}">
                <a16:creationId xmlns:a16="http://schemas.microsoft.com/office/drawing/2014/main" xmlns="" id="{B3003CA3-F2E7-F64A-D8FF-66B30E953EFF}"/>
              </a:ext>
            </a:extLst>
          </p:cNvPr>
          <p:cNvSpPr>
            <a:spLocks noGrp="1" noRot="1" noChangeAspect="1" noChangeArrowheads="1" noTextEdit="1"/>
          </p:cNvSpPr>
          <p:nvPr>
            <p:ph type="sldImg" idx="1"/>
          </p:nvPr>
        </p:nvSpPr>
        <p:spPr>
          <a:xfrm>
            <a:off x="1266825" y="727075"/>
            <a:ext cx="4781550" cy="3586163"/>
          </a:xfrm>
          <a:ln/>
        </p:spPr>
      </p:sp>
    </p:spTree>
    <p:extLst>
      <p:ext uri="{BB962C8B-B14F-4D97-AF65-F5344CB8AC3E}">
        <p14:creationId xmlns:p14="http://schemas.microsoft.com/office/powerpoint/2010/main" val="28772346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458" name="Text Box 1">
            <a:extLst>
              <a:ext uri="{FF2B5EF4-FFF2-40B4-BE49-F238E27FC236}">
                <a16:creationId xmlns:a16="http://schemas.microsoft.com/office/drawing/2014/main" xmlns="" id="{364423F9-1474-C6F2-FC71-22502AC16725}"/>
              </a:ext>
            </a:extLst>
          </p:cNvPr>
          <p:cNvSpPr>
            <a:spLocks noGrp="1" noChangeArrowheads="1"/>
          </p:cNvSpPr>
          <p:nvPr>
            <p:ph type="body"/>
          </p:nvPr>
        </p:nvSpPr>
        <p:spPr>
          <a:xfrm>
            <a:off x="974725" y="4560888"/>
            <a:ext cx="5365750" cy="7858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In order to insert a new entry, the key of the entry must somehow be converted to an index in the array. For our example, we must convert the key number into an index between 0 and 700. The conversion process is called </a:t>
            </a:r>
            <a:r>
              <a:rPr lang="en-GB" altLang="en-US" u="sng">
                <a:latin typeface="Arial" panose="020B0604020202020204" pitchFamily="34" charset="0"/>
                <a:ea typeface="Arial Unicode MS" panose="020B0604020202020204" pitchFamily="34" charset="-128"/>
                <a:cs typeface="Arial Unicode MS" panose="020B0604020202020204" pitchFamily="34" charset="-128"/>
              </a:rPr>
              <a:t>hashing</a:t>
            </a:r>
            <a:r>
              <a:rPr lang="en-GB" altLang="en-US">
                <a:latin typeface="Arial" panose="020B0604020202020204" pitchFamily="34" charset="0"/>
                <a:ea typeface="Arial Unicode MS" panose="020B0604020202020204" pitchFamily="34" charset="-128"/>
                <a:cs typeface="Arial Unicode MS" panose="020B0604020202020204" pitchFamily="34" charset="-128"/>
              </a:rPr>
              <a:t> and the index is called the </a:t>
            </a:r>
            <a:r>
              <a:rPr lang="en-GB" altLang="en-US" u="sng">
                <a:latin typeface="Arial" panose="020B0604020202020204" pitchFamily="34" charset="0"/>
                <a:ea typeface="Arial Unicode MS" panose="020B0604020202020204" pitchFamily="34" charset="-128"/>
                <a:cs typeface="Arial Unicode MS" panose="020B0604020202020204" pitchFamily="34" charset="-128"/>
              </a:rPr>
              <a:t>hash value</a:t>
            </a:r>
            <a:r>
              <a:rPr lang="en-GB" altLang="en-US">
                <a:latin typeface="Arial" panose="020B0604020202020204" pitchFamily="34" charset="0"/>
                <a:ea typeface="Arial Unicode MS" panose="020B0604020202020204" pitchFamily="34" charset="-128"/>
                <a:cs typeface="Arial Unicode MS" panose="020B0604020202020204" pitchFamily="34" charset="-128"/>
              </a:rPr>
              <a:t> of the key.</a:t>
            </a:r>
          </a:p>
        </p:txBody>
      </p:sp>
      <p:sp>
        <p:nvSpPr>
          <p:cNvPr id="19459" name="Rectangle 2">
            <a:extLst>
              <a:ext uri="{FF2B5EF4-FFF2-40B4-BE49-F238E27FC236}">
                <a16:creationId xmlns:a16="http://schemas.microsoft.com/office/drawing/2014/main" xmlns="" id="{B42602AB-42B9-43C2-5400-1C4877C9F525}"/>
              </a:ext>
            </a:extLst>
          </p:cNvPr>
          <p:cNvSpPr>
            <a:spLocks noGrp="1" noRot="1" noChangeAspect="1" noChangeArrowheads="1" noTextEdit="1"/>
          </p:cNvSpPr>
          <p:nvPr>
            <p:ph type="sldImg" idx="1"/>
          </p:nvPr>
        </p:nvSpPr>
        <p:spPr>
          <a:xfrm>
            <a:off x="1266825" y="727075"/>
            <a:ext cx="4781550" cy="3586163"/>
          </a:xfrm>
          <a:ln/>
        </p:spPr>
      </p:sp>
    </p:spTree>
    <p:extLst>
      <p:ext uri="{BB962C8B-B14F-4D97-AF65-F5344CB8AC3E}">
        <p14:creationId xmlns:p14="http://schemas.microsoft.com/office/powerpoint/2010/main" val="23170314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6" name="Text Box 1">
            <a:extLst>
              <a:ext uri="{FF2B5EF4-FFF2-40B4-BE49-F238E27FC236}">
                <a16:creationId xmlns:a16="http://schemas.microsoft.com/office/drawing/2014/main" xmlns="" id="{559CCBB6-437E-C68B-F3EF-1CB1A88A9661}"/>
              </a:ext>
            </a:extLst>
          </p:cNvPr>
          <p:cNvSpPr>
            <a:spLocks noGrp="1" noChangeArrowheads="1"/>
          </p:cNvSpPr>
          <p:nvPr>
            <p:ph type="body"/>
          </p:nvPr>
        </p:nvSpPr>
        <p:spPr>
          <a:xfrm>
            <a:off x="974725" y="4560888"/>
            <a:ext cx="5365750" cy="2698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So, this new item will be placed at location [3] of the array.</a:t>
            </a:r>
          </a:p>
        </p:txBody>
      </p:sp>
      <p:sp>
        <p:nvSpPr>
          <p:cNvPr id="21507" name="Rectangle 2">
            <a:extLst>
              <a:ext uri="{FF2B5EF4-FFF2-40B4-BE49-F238E27FC236}">
                <a16:creationId xmlns:a16="http://schemas.microsoft.com/office/drawing/2014/main" xmlns="" id="{EB604E11-DADB-A376-9418-C11AC173B6E7}"/>
              </a:ext>
            </a:extLst>
          </p:cNvPr>
          <p:cNvSpPr>
            <a:spLocks noGrp="1" noRot="1" noChangeAspect="1" noChangeArrowheads="1" noTextEdit="1"/>
          </p:cNvSpPr>
          <p:nvPr>
            <p:ph type="sldImg" idx="1"/>
          </p:nvPr>
        </p:nvSpPr>
        <p:spPr>
          <a:xfrm>
            <a:off x="1266825" y="727075"/>
            <a:ext cx="4781550" cy="3586163"/>
          </a:xfrm>
          <a:ln/>
        </p:spPr>
      </p:sp>
    </p:spTree>
    <p:extLst>
      <p:ext uri="{BB962C8B-B14F-4D97-AF65-F5344CB8AC3E}">
        <p14:creationId xmlns:p14="http://schemas.microsoft.com/office/powerpoint/2010/main" val="1263239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8" name="Text Box 1">
            <a:extLst>
              <a:ext uri="{FF2B5EF4-FFF2-40B4-BE49-F238E27FC236}">
                <a16:creationId xmlns:a16="http://schemas.microsoft.com/office/drawing/2014/main" xmlns="" id="{3B7F1046-8435-68AF-9AE1-4470E5D57D00}"/>
              </a:ext>
            </a:extLst>
          </p:cNvPr>
          <p:cNvSpPr>
            <a:spLocks noGrp="1" noChangeArrowheads="1"/>
          </p:cNvSpPr>
          <p:nvPr>
            <p:ph type="body"/>
          </p:nvPr>
        </p:nvSpPr>
        <p:spPr>
          <a:xfrm>
            <a:off x="974725" y="4560888"/>
            <a:ext cx="5365750" cy="2698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Sometimes, two different records might end up with the same hash value.</a:t>
            </a:r>
          </a:p>
        </p:txBody>
      </p:sp>
      <p:sp>
        <p:nvSpPr>
          <p:cNvPr id="24579" name="Rectangle 2">
            <a:extLst>
              <a:ext uri="{FF2B5EF4-FFF2-40B4-BE49-F238E27FC236}">
                <a16:creationId xmlns:a16="http://schemas.microsoft.com/office/drawing/2014/main" xmlns="" id="{088365FF-2195-CDC3-993B-A60726DDA152}"/>
              </a:ext>
            </a:extLst>
          </p:cNvPr>
          <p:cNvSpPr>
            <a:spLocks noGrp="1" noRot="1" noChangeAspect="1" noChangeArrowheads="1" noTextEdit="1"/>
          </p:cNvSpPr>
          <p:nvPr>
            <p:ph type="sldImg" idx="1"/>
          </p:nvPr>
        </p:nvSpPr>
        <p:spPr>
          <a:xfrm>
            <a:off x="1266825" y="727075"/>
            <a:ext cx="4781550" cy="3586163"/>
          </a:xfrm>
          <a:ln/>
        </p:spPr>
      </p:sp>
    </p:spTree>
    <p:extLst>
      <p:ext uri="{BB962C8B-B14F-4D97-AF65-F5344CB8AC3E}">
        <p14:creationId xmlns:p14="http://schemas.microsoft.com/office/powerpoint/2010/main" val="4096213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6" name="Text Box 1">
            <a:extLst>
              <a:ext uri="{FF2B5EF4-FFF2-40B4-BE49-F238E27FC236}">
                <a16:creationId xmlns:a16="http://schemas.microsoft.com/office/drawing/2014/main" xmlns="" id="{3BD76626-47F6-17A9-2A49-2C3B7C098CB2}"/>
              </a:ext>
            </a:extLst>
          </p:cNvPr>
          <p:cNvSpPr>
            <a:spLocks noGrp="1" noChangeArrowheads="1"/>
          </p:cNvSpPr>
          <p:nvPr>
            <p:ph type="body"/>
          </p:nvPr>
        </p:nvSpPr>
        <p:spPr>
          <a:xfrm>
            <a:off x="974725" y="4560888"/>
            <a:ext cx="5365750" cy="11366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This is called a </a:t>
            </a:r>
            <a:r>
              <a:rPr lang="en-GB" altLang="en-US" u="sng">
                <a:latin typeface="Arial" panose="020B0604020202020204" pitchFamily="34" charset="0"/>
                <a:ea typeface="Arial Unicode MS" panose="020B0604020202020204" pitchFamily="34" charset="-128"/>
                <a:cs typeface="Arial Unicode MS" panose="020B0604020202020204" pitchFamily="34" charset="-128"/>
              </a:rPr>
              <a:t>collision</a:t>
            </a:r>
            <a:r>
              <a:rPr lang="en-GB" altLang="en-US">
                <a:latin typeface="Arial" panose="020B0604020202020204" pitchFamily="34" charset="0"/>
                <a:ea typeface="Arial Unicode MS" panose="020B0604020202020204" pitchFamily="34" charset="-128"/>
                <a:cs typeface="Arial Unicode MS" panose="020B0604020202020204" pitchFamily="34" charset="-128"/>
              </a:rPr>
              <a:t>.</a:t>
            </a:r>
          </a:p>
          <a:p>
            <a:pPr>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endParaRPr lang="en-GB" altLang="en-US">
              <a:latin typeface="Arial" panose="020B0604020202020204" pitchFamily="34" charset="0"/>
              <a:ea typeface="Arial Unicode MS" panose="020B0604020202020204" pitchFamily="34" charset="-128"/>
              <a:cs typeface="Arial Unicode MS" panose="020B0604020202020204" pitchFamily="34" charset="-128"/>
            </a:endParaRPr>
          </a:p>
          <a:p>
            <a:pPr>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When a collision occurs, the insertion process will move forward through the array until an empty spot is found. Sometimes you will have a second collision...</a:t>
            </a:r>
          </a:p>
        </p:txBody>
      </p:sp>
      <p:sp>
        <p:nvSpPr>
          <p:cNvPr id="26627" name="Rectangle 2">
            <a:extLst>
              <a:ext uri="{FF2B5EF4-FFF2-40B4-BE49-F238E27FC236}">
                <a16:creationId xmlns:a16="http://schemas.microsoft.com/office/drawing/2014/main" xmlns="" id="{0D6F7669-1105-3055-F338-E112FAD0A0FB}"/>
              </a:ext>
            </a:extLst>
          </p:cNvPr>
          <p:cNvSpPr>
            <a:spLocks noGrp="1" noRot="1" noChangeAspect="1" noChangeArrowheads="1" noTextEdit="1"/>
          </p:cNvSpPr>
          <p:nvPr>
            <p:ph type="sldImg" idx="1"/>
          </p:nvPr>
        </p:nvSpPr>
        <p:spPr>
          <a:xfrm>
            <a:off x="1266825" y="727075"/>
            <a:ext cx="4781550" cy="3586163"/>
          </a:xfrm>
          <a:ln/>
        </p:spPr>
      </p:sp>
    </p:spTree>
    <p:extLst>
      <p:ext uri="{BB962C8B-B14F-4D97-AF65-F5344CB8AC3E}">
        <p14:creationId xmlns:p14="http://schemas.microsoft.com/office/powerpoint/2010/main" val="34007086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22" name="Text Box 1">
            <a:extLst>
              <a:ext uri="{FF2B5EF4-FFF2-40B4-BE49-F238E27FC236}">
                <a16:creationId xmlns:a16="http://schemas.microsoft.com/office/drawing/2014/main" xmlns="" id="{7C281E28-2B50-51E6-BC80-3FBD2DF70518}"/>
              </a:ext>
            </a:extLst>
          </p:cNvPr>
          <p:cNvSpPr>
            <a:spLocks noGrp="1" noChangeArrowheads="1"/>
          </p:cNvSpPr>
          <p:nvPr>
            <p:ph type="body"/>
          </p:nvPr>
        </p:nvSpPr>
        <p:spPr>
          <a:xfrm>
            <a:off x="974725" y="4560888"/>
            <a:ext cx="5365750" cy="2698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It is fairly easy to search for a particular item based on its key.</a:t>
            </a:r>
          </a:p>
        </p:txBody>
      </p:sp>
      <p:sp>
        <p:nvSpPr>
          <p:cNvPr id="30723" name="Rectangle 2">
            <a:extLst>
              <a:ext uri="{FF2B5EF4-FFF2-40B4-BE49-F238E27FC236}">
                <a16:creationId xmlns:a16="http://schemas.microsoft.com/office/drawing/2014/main" xmlns="" id="{6E223D50-9B45-AF43-E5AA-10E47331FC4A}"/>
              </a:ext>
            </a:extLst>
          </p:cNvPr>
          <p:cNvSpPr>
            <a:spLocks noGrp="1" noRot="1" noChangeAspect="1" noChangeArrowheads="1" noTextEdit="1"/>
          </p:cNvSpPr>
          <p:nvPr>
            <p:ph type="sldImg" idx="1"/>
          </p:nvPr>
        </p:nvSpPr>
        <p:spPr>
          <a:xfrm>
            <a:off x="1266825" y="727075"/>
            <a:ext cx="4781550" cy="3586163"/>
          </a:xfrm>
          <a:ln/>
        </p:spPr>
      </p:sp>
    </p:spTree>
    <p:extLst>
      <p:ext uri="{BB962C8B-B14F-4D97-AF65-F5344CB8AC3E}">
        <p14:creationId xmlns:p14="http://schemas.microsoft.com/office/powerpoint/2010/main" val="24797461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Text Box 1">
            <a:extLst>
              <a:ext uri="{FF2B5EF4-FFF2-40B4-BE49-F238E27FC236}">
                <a16:creationId xmlns:a16="http://schemas.microsoft.com/office/drawing/2014/main" xmlns="" id="{638BD67F-0F17-C5BB-40AE-BF3BA2C81F10}"/>
              </a:ext>
            </a:extLst>
          </p:cNvPr>
          <p:cNvSpPr>
            <a:spLocks noGrp="1" noChangeArrowheads="1"/>
          </p:cNvSpPr>
          <p:nvPr>
            <p:ph type="body"/>
          </p:nvPr>
        </p:nvSpPr>
        <p:spPr>
          <a:xfrm>
            <a:off x="974725" y="4560888"/>
            <a:ext cx="5365750" cy="14366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The data from location [5] can then be copied to to provide the result of the search function.</a:t>
            </a:r>
          </a:p>
          <a:p>
            <a:pPr>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endParaRPr lang="en-GB" altLang="en-US">
              <a:latin typeface="Arial" panose="020B0604020202020204" pitchFamily="34" charset="0"/>
              <a:ea typeface="Arial Unicode MS" panose="020B0604020202020204" pitchFamily="34" charset="-128"/>
              <a:cs typeface="Arial Unicode MS" panose="020B0604020202020204" pitchFamily="34" charset="-128"/>
            </a:endParaRPr>
          </a:p>
          <a:p>
            <a:pPr>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What happens if a search reaches an empty spot?  In that case, it can</a:t>
            </a:r>
          </a:p>
          <a:p>
            <a:pPr>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halt and indicate that the key was not in the hash table.</a:t>
            </a:r>
          </a:p>
          <a:p>
            <a:pPr>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endParaRPr lang="en-GB" altLang="en-US">
              <a:latin typeface="Arial" panose="020B0604020202020204" pitchFamily="34" charset="0"/>
              <a:ea typeface="Arial Unicode MS" panose="020B0604020202020204" pitchFamily="34" charset="-128"/>
              <a:cs typeface="Arial Unicode MS" panose="020B0604020202020204" pitchFamily="34" charset="-128"/>
            </a:endParaRPr>
          </a:p>
        </p:txBody>
      </p:sp>
      <p:sp>
        <p:nvSpPr>
          <p:cNvPr id="32771" name="Rectangle 2">
            <a:extLst>
              <a:ext uri="{FF2B5EF4-FFF2-40B4-BE49-F238E27FC236}">
                <a16:creationId xmlns:a16="http://schemas.microsoft.com/office/drawing/2014/main" xmlns="" id="{B54E0C43-447D-0A38-62D8-2478A7E8C88C}"/>
              </a:ext>
            </a:extLst>
          </p:cNvPr>
          <p:cNvSpPr>
            <a:spLocks noGrp="1" noRot="1" noChangeAspect="1" noChangeArrowheads="1" noTextEdit="1"/>
          </p:cNvSpPr>
          <p:nvPr>
            <p:ph type="sldImg" idx="1"/>
          </p:nvPr>
        </p:nvSpPr>
        <p:spPr>
          <a:xfrm>
            <a:off x="1266825" y="727075"/>
            <a:ext cx="4781550" cy="3586163"/>
          </a:xfrm>
          <a:ln/>
        </p:spPr>
      </p:sp>
    </p:spTree>
    <p:extLst>
      <p:ext uri="{BB962C8B-B14F-4D97-AF65-F5344CB8AC3E}">
        <p14:creationId xmlns:p14="http://schemas.microsoft.com/office/powerpoint/2010/main" val="28631331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18" name="Text Box 1">
            <a:extLst>
              <a:ext uri="{FF2B5EF4-FFF2-40B4-BE49-F238E27FC236}">
                <a16:creationId xmlns:a16="http://schemas.microsoft.com/office/drawing/2014/main" xmlns="" id="{4EBD9088-13CB-EFCE-E9A9-93B87331E0BB}"/>
              </a:ext>
            </a:extLst>
          </p:cNvPr>
          <p:cNvSpPr>
            <a:spLocks noGrp="1" noChangeArrowheads="1"/>
          </p:cNvSpPr>
          <p:nvPr>
            <p:ph type="body"/>
          </p:nvPr>
        </p:nvSpPr>
        <p:spPr>
          <a:xfrm>
            <a:off x="974725" y="4560888"/>
            <a:ext cx="5365750" cy="19907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Instead we must somehow mark the location as "a location that used to have something here, but no longer does."</a:t>
            </a:r>
          </a:p>
          <a:p>
            <a:pPr>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endParaRPr lang="en-GB" altLang="en-US">
              <a:latin typeface="Arial" panose="020B0604020202020204" pitchFamily="34" charset="0"/>
              <a:ea typeface="Arial Unicode MS" panose="020B0604020202020204" pitchFamily="34" charset="-128"/>
              <a:cs typeface="Arial Unicode MS" panose="020B0604020202020204" pitchFamily="34" charset="-128"/>
            </a:endParaRPr>
          </a:p>
          <a:p>
            <a:pPr>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We might do this by using some other special value for the Number field of the record.</a:t>
            </a:r>
          </a:p>
          <a:p>
            <a:pPr>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endParaRPr lang="en-GB" altLang="en-US">
              <a:latin typeface="Arial" panose="020B0604020202020204" pitchFamily="34" charset="0"/>
              <a:ea typeface="Arial Unicode MS" panose="020B0604020202020204" pitchFamily="34" charset="-128"/>
              <a:cs typeface="Arial Unicode MS" panose="020B0604020202020204" pitchFamily="34" charset="-128"/>
            </a:endParaRPr>
          </a:p>
          <a:p>
            <a:pPr>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In any case, a search can not stop when it reaches "a location that used to have something here". A search can only stop when it reaches a true empty spot.</a:t>
            </a:r>
          </a:p>
        </p:txBody>
      </p:sp>
      <p:sp>
        <p:nvSpPr>
          <p:cNvPr id="34819" name="Rectangle 2">
            <a:extLst>
              <a:ext uri="{FF2B5EF4-FFF2-40B4-BE49-F238E27FC236}">
                <a16:creationId xmlns:a16="http://schemas.microsoft.com/office/drawing/2014/main" xmlns="" id="{3A6B4669-F010-01FE-9367-FC18537E930F}"/>
              </a:ext>
            </a:extLst>
          </p:cNvPr>
          <p:cNvSpPr>
            <a:spLocks noGrp="1" noRot="1" noChangeAspect="1" noChangeArrowheads="1" noTextEdit="1"/>
          </p:cNvSpPr>
          <p:nvPr>
            <p:ph type="sldImg" idx="1"/>
          </p:nvPr>
        </p:nvSpPr>
        <p:spPr>
          <a:xfrm>
            <a:off x="1266825" y="727075"/>
            <a:ext cx="4781550" cy="3586163"/>
          </a:xfrm>
          <a:ln/>
        </p:spPr>
      </p:sp>
    </p:spTree>
    <p:extLst>
      <p:ext uri="{BB962C8B-B14F-4D97-AF65-F5344CB8AC3E}">
        <p14:creationId xmlns:p14="http://schemas.microsoft.com/office/powerpoint/2010/main" val="13902399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866" name="Text Box 1">
            <a:extLst>
              <a:ext uri="{FF2B5EF4-FFF2-40B4-BE49-F238E27FC236}">
                <a16:creationId xmlns:a16="http://schemas.microsoft.com/office/drawing/2014/main" xmlns="" id="{23EC222F-2199-F4E5-1382-7A392869EEC7}"/>
              </a:ext>
            </a:extLst>
          </p:cNvPr>
          <p:cNvSpPr>
            <a:spLocks noGrp="1" noChangeArrowheads="1"/>
          </p:cNvSpPr>
          <p:nvPr>
            <p:ph type="body"/>
          </p:nvPr>
        </p:nvSpPr>
        <p:spPr>
          <a:xfrm>
            <a:off x="974725" y="4560888"/>
            <a:ext cx="5365750" cy="19907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Instead we must somehow mark the location as "a location that used to have something here, but no longer does."</a:t>
            </a:r>
          </a:p>
          <a:p>
            <a:pPr>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endParaRPr lang="en-GB" altLang="en-US">
              <a:latin typeface="Arial" panose="020B0604020202020204" pitchFamily="34" charset="0"/>
              <a:ea typeface="Arial Unicode MS" panose="020B0604020202020204" pitchFamily="34" charset="-128"/>
              <a:cs typeface="Arial Unicode MS" panose="020B0604020202020204" pitchFamily="34" charset="-128"/>
            </a:endParaRPr>
          </a:p>
          <a:p>
            <a:pPr>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We might do this by using some other special value for the Number field of the record.</a:t>
            </a:r>
          </a:p>
          <a:p>
            <a:pPr>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endParaRPr lang="en-GB" altLang="en-US">
              <a:latin typeface="Arial" panose="020B0604020202020204" pitchFamily="34" charset="0"/>
              <a:ea typeface="Arial Unicode MS" panose="020B0604020202020204" pitchFamily="34" charset="-128"/>
              <a:cs typeface="Arial Unicode MS" panose="020B0604020202020204" pitchFamily="34" charset="-128"/>
            </a:endParaRPr>
          </a:p>
          <a:p>
            <a:pPr>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In any case, a search can not stop when it reaches "a location that used to have something here". A search can only stop when it reaches a true empty spot.</a:t>
            </a:r>
          </a:p>
        </p:txBody>
      </p:sp>
      <p:sp>
        <p:nvSpPr>
          <p:cNvPr id="36867" name="Rectangle 2">
            <a:extLst>
              <a:ext uri="{FF2B5EF4-FFF2-40B4-BE49-F238E27FC236}">
                <a16:creationId xmlns:a16="http://schemas.microsoft.com/office/drawing/2014/main" xmlns="" id="{7B041339-3154-D4C2-9B39-C14EC62103B5}"/>
              </a:ext>
            </a:extLst>
          </p:cNvPr>
          <p:cNvSpPr>
            <a:spLocks noGrp="1" noRot="1" noChangeAspect="1" noChangeArrowheads="1" noTextEdit="1"/>
          </p:cNvSpPr>
          <p:nvPr>
            <p:ph type="sldImg" idx="1"/>
          </p:nvPr>
        </p:nvSpPr>
        <p:spPr>
          <a:xfrm>
            <a:off x="1266825" y="727075"/>
            <a:ext cx="4781550" cy="3586163"/>
          </a:xfrm>
          <a:ln/>
        </p:spPr>
      </p:sp>
    </p:spTree>
    <p:extLst>
      <p:ext uri="{BB962C8B-B14F-4D97-AF65-F5344CB8AC3E}">
        <p14:creationId xmlns:p14="http://schemas.microsoft.com/office/powerpoint/2010/main" val="36823200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914" name="Text Box 1">
            <a:extLst>
              <a:ext uri="{FF2B5EF4-FFF2-40B4-BE49-F238E27FC236}">
                <a16:creationId xmlns:a16="http://schemas.microsoft.com/office/drawing/2014/main" xmlns="" id="{60DD3825-CC43-70F0-D4B2-535D39E939A5}"/>
              </a:ext>
            </a:extLst>
          </p:cNvPr>
          <p:cNvSpPr>
            <a:spLocks noGrp="1" noChangeArrowheads="1"/>
          </p:cNvSpPr>
          <p:nvPr>
            <p:ph type="body"/>
          </p:nvPr>
        </p:nvSpPr>
        <p:spPr>
          <a:xfrm>
            <a:off x="974725" y="4560888"/>
            <a:ext cx="5365750" cy="19907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Instead we must somehow mark the location as "a location that used to have something here, but no longer does."</a:t>
            </a:r>
          </a:p>
          <a:p>
            <a:pPr>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endParaRPr lang="en-GB" altLang="en-US">
              <a:latin typeface="Arial" panose="020B0604020202020204" pitchFamily="34" charset="0"/>
              <a:ea typeface="Arial Unicode MS" panose="020B0604020202020204" pitchFamily="34" charset="-128"/>
              <a:cs typeface="Arial Unicode MS" panose="020B0604020202020204" pitchFamily="34" charset="-128"/>
            </a:endParaRPr>
          </a:p>
          <a:p>
            <a:pPr>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We might do this by using some other special value for the Number field of the record.</a:t>
            </a:r>
          </a:p>
          <a:p>
            <a:pPr>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endParaRPr lang="en-GB" altLang="en-US">
              <a:latin typeface="Arial" panose="020B0604020202020204" pitchFamily="34" charset="0"/>
              <a:ea typeface="Arial Unicode MS" panose="020B0604020202020204" pitchFamily="34" charset="-128"/>
              <a:cs typeface="Arial Unicode MS" panose="020B0604020202020204" pitchFamily="34" charset="-128"/>
            </a:endParaRPr>
          </a:p>
          <a:p>
            <a:pPr>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In any case, a search can not stop when it reaches "a location that used to have something here". A search can only stop when it reaches a true empty spot.</a:t>
            </a:r>
          </a:p>
        </p:txBody>
      </p:sp>
      <p:sp>
        <p:nvSpPr>
          <p:cNvPr id="38915" name="Rectangle 2">
            <a:extLst>
              <a:ext uri="{FF2B5EF4-FFF2-40B4-BE49-F238E27FC236}">
                <a16:creationId xmlns:a16="http://schemas.microsoft.com/office/drawing/2014/main" xmlns="" id="{5421D483-5FAC-6CA6-1348-B617D9E5497F}"/>
              </a:ext>
            </a:extLst>
          </p:cNvPr>
          <p:cNvSpPr>
            <a:spLocks noGrp="1" noRot="1" noChangeAspect="1" noChangeArrowheads="1" noTextEdit="1"/>
          </p:cNvSpPr>
          <p:nvPr>
            <p:ph type="sldImg" idx="1"/>
          </p:nvPr>
        </p:nvSpPr>
        <p:spPr>
          <a:xfrm>
            <a:off x="1266825" y="727075"/>
            <a:ext cx="4781550" cy="3586163"/>
          </a:xfrm>
          <a:ln/>
        </p:spPr>
      </p:sp>
    </p:spTree>
    <p:extLst>
      <p:ext uri="{BB962C8B-B14F-4D97-AF65-F5344CB8AC3E}">
        <p14:creationId xmlns:p14="http://schemas.microsoft.com/office/powerpoint/2010/main" val="25317066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2" name="Text Box 1">
            <a:extLst>
              <a:ext uri="{FF2B5EF4-FFF2-40B4-BE49-F238E27FC236}">
                <a16:creationId xmlns:a16="http://schemas.microsoft.com/office/drawing/2014/main" xmlns="" id="{76369AD5-A67F-9089-C915-1D8A18DBA2B0}"/>
              </a:ext>
            </a:extLst>
          </p:cNvPr>
          <p:cNvSpPr>
            <a:spLocks noGrp="1" noChangeArrowheads="1"/>
          </p:cNvSpPr>
          <p:nvPr>
            <p:ph type="body"/>
          </p:nvPr>
        </p:nvSpPr>
        <p:spPr>
          <a:xfrm>
            <a:off x="974725" y="4560888"/>
            <a:ext cx="5365750" cy="19907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Instead we must somehow mark the location as "a location that used to have something here, but no longer does."</a:t>
            </a:r>
          </a:p>
          <a:p>
            <a:pPr>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endParaRPr lang="en-GB" altLang="en-US">
              <a:latin typeface="Arial" panose="020B0604020202020204" pitchFamily="34" charset="0"/>
              <a:ea typeface="Arial Unicode MS" panose="020B0604020202020204" pitchFamily="34" charset="-128"/>
              <a:cs typeface="Arial Unicode MS" panose="020B0604020202020204" pitchFamily="34" charset="-128"/>
            </a:endParaRPr>
          </a:p>
          <a:p>
            <a:pPr>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We might do this by using some other special value for the Number field of the record.</a:t>
            </a:r>
          </a:p>
          <a:p>
            <a:pPr>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endParaRPr lang="en-GB" altLang="en-US">
              <a:latin typeface="Arial" panose="020B0604020202020204" pitchFamily="34" charset="0"/>
              <a:ea typeface="Arial Unicode MS" panose="020B0604020202020204" pitchFamily="34" charset="-128"/>
              <a:cs typeface="Arial Unicode MS" panose="020B0604020202020204" pitchFamily="34" charset="-128"/>
            </a:endParaRPr>
          </a:p>
          <a:p>
            <a:pPr>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In any case, a search can not stop when it reaches "a location that used to have something here". A search can only stop when it reaches a true empty spot.</a:t>
            </a:r>
          </a:p>
        </p:txBody>
      </p:sp>
      <p:sp>
        <p:nvSpPr>
          <p:cNvPr id="40963" name="Rectangle 2">
            <a:extLst>
              <a:ext uri="{FF2B5EF4-FFF2-40B4-BE49-F238E27FC236}">
                <a16:creationId xmlns:a16="http://schemas.microsoft.com/office/drawing/2014/main" xmlns="" id="{0B936B09-B9E8-4775-0267-AC77FD9EF0DB}"/>
              </a:ext>
            </a:extLst>
          </p:cNvPr>
          <p:cNvSpPr>
            <a:spLocks noGrp="1" noRot="1" noChangeAspect="1" noChangeArrowheads="1" noTextEdit="1"/>
          </p:cNvSpPr>
          <p:nvPr>
            <p:ph type="sldImg" idx="1"/>
          </p:nvPr>
        </p:nvSpPr>
        <p:spPr>
          <a:xfrm>
            <a:off x="1266825" y="727075"/>
            <a:ext cx="4781550" cy="3586163"/>
          </a:xfrm>
          <a:ln/>
        </p:spPr>
      </p:sp>
    </p:spTree>
    <p:extLst>
      <p:ext uri="{BB962C8B-B14F-4D97-AF65-F5344CB8AC3E}">
        <p14:creationId xmlns:p14="http://schemas.microsoft.com/office/powerpoint/2010/main" val="12767199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10" name="Text Box 1">
            <a:extLst>
              <a:ext uri="{FF2B5EF4-FFF2-40B4-BE49-F238E27FC236}">
                <a16:creationId xmlns:a16="http://schemas.microsoft.com/office/drawing/2014/main" xmlns="" id="{846896B9-02B2-96D3-EDAF-2653D890864F}"/>
              </a:ext>
            </a:extLst>
          </p:cNvPr>
          <p:cNvSpPr>
            <a:spLocks noGrp="1" noChangeArrowheads="1"/>
          </p:cNvSpPr>
          <p:nvPr>
            <p:ph type="body"/>
          </p:nvPr>
        </p:nvSpPr>
        <p:spPr>
          <a:xfrm>
            <a:off x="974725" y="4560888"/>
            <a:ext cx="5365750" cy="2698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A quick summary . . .</a:t>
            </a:r>
          </a:p>
        </p:txBody>
      </p:sp>
      <p:sp>
        <p:nvSpPr>
          <p:cNvPr id="43011" name="Rectangle 2">
            <a:extLst>
              <a:ext uri="{FF2B5EF4-FFF2-40B4-BE49-F238E27FC236}">
                <a16:creationId xmlns:a16="http://schemas.microsoft.com/office/drawing/2014/main" xmlns="" id="{50EC5A8B-4F9D-62FD-8887-008526E7BB2E}"/>
              </a:ext>
            </a:extLst>
          </p:cNvPr>
          <p:cNvSpPr>
            <a:spLocks noGrp="1" noRot="1" noChangeAspect="1" noChangeArrowheads="1" noTextEdit="1"/>
          </p:cNvSpPr>
          <p:nvPr>
            <p:ph type="sldImg" idx="1"/>
          </p:nvPr>
        </p:nvSpPr>
        <p:spPr>
          <a:xfrm>
            <a:off x="1266825" y="727075"/>
            <a:ext cx="4781550" cy="3586163"/>
          </a:xfrm>
          <a:ln/>
        </p:spPr>
      </p:sp>
    </p:spTree>
    <p:extLst>
      <p:ext uri="{BB962C8B-B14F-4D97-AF65-F5344CB8AC3E}">
        <p14:creationId xmlns:p14="http://schemas.microsoft.com/office/powerpoint/2010/main" val="5773349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Text Box 1">
            <a:extLst>
              <a:ext uri="{FF2B5EF4-FFF2-40B4-BE49-F238E27FC236}">
                <a16:creationId xmlns:a16="http://schemas.microsoft.com/office/drawing/2014/main" xmlns="" id="{3EF61492-E5CB-2672-1D49-52A0A0473E3D}"/>
              </a:ext>
            </a:extLst>
          </p:cNvPr>
          <p:cNvSpPr>
            <a:spLocks noGrp="1" noChangeArrowheads="1"/>
          </p:cNvSpPr>
          <p:nvPr>
            <p:ph type="body"/>
          </p:nvPr>
        </p:nvSpPr>
        <p:spPr>
          <a:xfrm>
            <a:off x="974725" y="4560888"/>
            <a:ext cx="5365750" cy="2698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A quick summary . . .</a:t>
            </a:r>
          </a:p>
        </p:txBody>
      </p:sp>
      <p:sp>
        <p:nvSpPr>
          <p:cNvPr id="45059" name="Rectangle 2">
            <a:extLst>
              <a:ext uri="{FF2B5EF4-FFF2-40B4-BE49-F238E27FC236}">
                <a16:creationId xmlns:a16="http://schemas.microsoft.com/office/drawing/2014/main" xmlns="" id="{A9683E82-0C51-A517-32F0-0357990CC7C1}"/>
              </a:ext>
            </a:extLst>
          </p:cNvPr>
          <p:cNvSpPr>
            <a:spLocks noGrp="1" noRot="1" noChangeAspect="1" noChangeArrowheads="1" noTextEdit="1"/>
          </p:cNvSpPr>
          <p:nvPr>
            <p:ph type="sldImg" idx="1"/>
          </p:nvPr>
        </p:nvSpPr>
        <p:spPr>
          <a:xfrm>
            <a:off x="1266825" y="727075"/>
            <a:ext cx="4781550" cy="3586163"/>
          </a:xfrm>
          <a:ln/>
        </p:spPr>
      </p:sp>
    </p:spTree>
    <p:extLst>
      <p:ext uri="{BB962C8B-B14F-4D97-AF65-F5344CB8AC3E}">
        <p14:creationId xmlns:p14="http://schemas.microsoft.com/office/powerpoint/2010/main" val="11841301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106" name="Text Box 1">
            <a:extLst>
              <a:ext uri="{FF2B5EF4-FFF2-40B4-BE49-F238E27FC236}">
                <a16:creationId xmlns:a16="http://schemas.microsoft.com/office/drawing/2014/main" xmlns="" id="{DE7FD48A-1652-4A23-3526-464B53537119}"/>
              </a:ext>
            </a:extLst>
          </p:cNvPr>
          <p:cNvSpPr>
            <a:spLocks noGrp="1" noChangeArrowheads="1"/>
          </p:cNvSpPr>
          <p:nvPr>
            <p:ph type="body"/>
          </p:nvPr>
        </p:nvSpPr>
        <p:spPr>
          <a:xfrm>
            <a:off x="974725" y="4560888"/>
            <a:ext cx="5365750" cy="2698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A quick summary . . .</a:t>
            </a:r>
          </a:p>
        </p:txBody>
      </p:sp>
      <p:sp>
        <p:nvSpPr>
          <p:cNvPr id="47107" name="Rectangle 2">
            <a:extLst>
              <a:ext uri="{FF2B5EF4-FFF2-40B4-BE49-F238E27FC236}">
                <a16:creationId xmlns:a16="http://schemas.microsoft.com/office/drawing/2014/main" xmlns="" id="{A62A4918-3723-ED94-F407-1B626AB3F11F}"/>
              </a:ext>
            </a:extLst>
          </p:cNvPr>
          <p:cNvSpPr>
            <a:spLocks noGrp="1" noRot="1" noChangeAspect="1" noChangeArrowheads="1" noTextEdit="1"/>
          </p:cNvSpPr>
          <p:nvPr>
            <p:ph type="sldImg" idx="1"/>
          </p:nvPr>
        </p:nvSpPr>
        <p:spPr>
          <a:xfrm>
            <a:off x="1266825" y="727075"/>
            <a:ext cx="4781550" cy="3586163"/>
          </a:xfrm>
          <a:ln/>
        </p:spPr>
      </p:sp>
    </p:spTree>
    <p:extLst>
      <p:ext uri="{BB962C8B-B14F-4D97-AF65-F5344CB8AC3E}">
        <p14:creationId xmlns:p14="http://schemas.microsoft.com/office/powerpoint/2010/main" val="22053179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154" name="Text Box 1">
            <a:extLst>
              <a:ext uri="{FF2B5EF4-FFF2-40B4-BE49-F238E27FC236}">
                <a16:creationId xmlns:a16="http://schemas.microsoft.com/office/drawing/2014/main" xmlns="" id="{FBE1FAC5-3324-82EA-36B6-881E5F8AAACC}"/>
              </a:ext>
            </a:extLst>
          </p:cNvPr>
          <p:cNvSpPr>
            <a:spLocks noGrp="1" noChangeArrowheads="1"/>
          </p:cNvSpPr>
          <p:nvPr>
            <p:ph type="body"/>
          </p:nvPr>
        </p:nvSpPr>
        <p:spPr>
          <a:xfrm>
            <a:off x="974725" y="4560888"/>
            <a:ext cx="5365750" cy="2698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A quick summary . . .</a:t>
            </a:r>
          </a:p>
        </p:txBody>
      </p:sp>
      <p:sp>
        <p:nvSpPr>
          <p:cNvPr id="49155" name="Rectangle 2">
            <a:extLst>
              <a:ext uri="{FF2B5EF4-FFF2-40B4-BE49-F238E27FC236}">
                <a16:creationId xmlns:a16="http://schemas.microsoft.com/office/drawing/2014/main" xmlns="" id="{57D386EF-9534-DD8A-E109-283B63915D7E}"/>
              </a:ext>
            </a:extLst>
          </p:cNvPr>
          <p:cNvSpPr>
            <a:spLocks noGrp="1" noRot="1" noChangeAspect="1" noChangeArrowheads="1" noTextEdit="1"/>
          </p:cNvSpPr>
          <p:nvPr>
            <p:ph type="sldImg" idx="1"/>
          </p:nvPr>
        </p:nvSpPr>
        <p:spPr>
          <a:xfrm>
            <a:off x="1266825" y="727075"/>
            <a:ext cx="4781550" cy="3586163"/>
          </a:xfrm>
          <a:ln/>
        </p:spPr>
      </p:sp>
    </p:spTree>
    <p:extLst>
      <p:ext uri="{BB962C8B-B14F-4D97-AF65-F5344CB8AC3E}">
        <p14:creationId xmlns:p14="http://schemas.microsoft.com/office/powerpoint/2010/main" val="32023292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02" name="Text Box 1">
            <a:extLst>
              <a:ext uri="{FF2B5EF4-FFF2-40B4-BE49-F238E27FC236}">
                <a16:creationId xmlns:a16="http://schemas.microsoft.com/office/drawing/2014/main" xmlns="" id="{87FC9047-27BA-0C5C-732D-4E41D956333A}"/>
              </a:ext>
            </a:extLst>
          </p:cNvPr>
          <p:cNvSpPr>
            <a:spLocks noGrp="1" noChangeArrowheads="1"/>
          </p:cNvSpPr>
          <p:nvPr>
            <p:ph type="body"/>
          </p:nvPr>
        </p:nvSpPr>
        <p:spPr>
          <a:xfrm>
            <a:off x="974725" y="4560888"/>
            <a:ext cx="5365750" cy="2698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A quick summary . . .</a:t>
            </a:r>
          </a:p>
        </p:txBody>
      </p:sp>
      <p:sp>
        <p:nvSpPr>
          <p:cNvPr id="51203" name="Rectangle 2">
            <a:extLst>
              <a:ext uri="{FF2B5EF4-FFF2-40B4-BE49-F238E27FC236}">
                <a16:creationId xmlns:a16="http://schemas.microsoft.com/office/drawing/2014/main" xmlns="" id="{DE3C841F-6ECF-3A96-1496-8BFBEAC87D4D}"/>
              </a:ext>
            </a:extLst>
          </p:cNvPr>
          <p:cNvSpPr>
            <a:spLocks noGrp="1" noRot="1" noChangeAspect="1" noChangeArrowheads="1" noTextEdit="1"/>
          </p:cNvSpPr>
          <p:nvPr>
            <p:ph type="sldImg" idx="1"/>
          </p:nvPr>
        </p:nvSpPr>
        <p:spPr>
          <a:xfrm>
            <a:off x="1266825" y="727075"/>
            <a:ext cx="4781550" cy="3586163"/>
          </a:xfrm>
          <a:ln/>
        </p:spPr>
      </p:sp>
    </p:spTree>
    <p:extLst>
      <p:ext uri="{BB962C8B-B14F-4D97-AF65-F5344CB8AC3E}">
        <p14:creationId xmlns:p14="http://schemas.microsoft.com/office/powerpoint/2010/main" val="38505313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Text Box 1">
            <a:extLst>
              <a:ext uri="{FF2B5EF4-FFF2-40B4-BE49-F238E27FC236}">
                <a16:creationId xmlns:a16="http://schemas.microsoft.com/office/drawing/2014/main" xmlns="" id="{7C845785-0213-EBF6-BB43-59275D26A1E9}"/>
              </a:ext>
            </a:extLst>
          </p:cNvPr>
          <p:cNvSpPr>
            <a:spLocks noGrp="1" noChangeArrowheads="1"/>
          </p:cNvSpPr>
          <p:nvPr>
            <p:ph type="body"/>
          </p:nvPr>
        </p:nvSpPr>
        <p:spPr>
          <a:xfrm>
            <a:off x="974725" y="4560888"/>
            <a:ext cx="5365750" cy="2698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A quick summary . . .</a:t>
            </a:r>
          </a:p>
        </p:txBody>
      </p:sp>
      <p:sp>
        <p:nvSpPr>
          <p:cNvPr id="53251" name="Rectangle 2">
            <a:extLst>
              <a:ext uri="{FF2B5EF4-FFF2-40B4-BE49-F238E27FC236}">
                <a16:creationId xmlns:a16="http://schemas.microsoft.com/office/drawing/2014/main" xmlns="" id="{961A9EBA-9904-604A-575F-1DBE111B3424}"/>
              </a:ext>
            </a:extLst>
          </p:cNvPr>
          <p:cNvSpPr>
            <a:spLocks noGrp="1" noRot="1" noChangeAspect="1" noChangeArrowheads="1" noTextEdit="1"/>
          </p:cNvSpPr>
          <p:nvPr>
            <p:ph type="sldImg" idx="1"/>
          </p:nvPr>
        </p:nvSpPr>
        <p:spPr>
          <a:xfrm>
            <a:off x="1266825" y="727075"/>
            <a:ext cx="4781550" cy="3586163"/>
          </a:xfrm>
          <a:ln/>
        </p:spPr>
      </p:sp>
    </p:spTree>
    <p:extLst>
      <p:ext uri="{BB962C8B-B14F-4D97-AF65-F5344CB8AC3E}">
        <p14:creationId xmlns:p14="http://schemas.microsoft.com/office/powerpoint/2010/main" val="30484742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298" name="Text Box 1">
            <a:extLst>
              <a:ext uri="{FF2B5EF4-FFF2-40B4-BE49-F238E27FC236}">
                <a16:creationId xmlns:a16="http://schemas.microsoft.com/office/drawing/2014/main" xmlns="" id="{70F50CAF-2F42-C424-6A5A-ACCE01B90816}"/>
              </a:ext>
            </a:extLst>
          </p:cNvPr>
          <p:cNvSpPr>
            <a:spLocks noGrp="1" noChangeArrowheads="1"/>
          </p:cNvSpPr>
          <p:nvPr>
            <p:ph type="body"/>
          </p:nvPr>
        </p:nvSpPr>
        <p:spPr>
          <a:xfrm>
            <a:off x="974725" y="4560888"/>
            <a:ext cx="5365750" cy="2698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A quick summary . . .</a:t>
            </a:r>
          </a:p>
        </p:txBody>
      </p:sp>
      <p:sp>
        <p:nvSpPr>
          <p:cNvPr id="55299" name="Rectangle 2">
            <a:extLst>
              <a:ext uri="{FF2B5EF4-FFF2-40B4-BE49-F238E27FC236}">
                <a16:creationId xmlns:a16="http://schemas.microsoft.com/office/drawing/2014/main" xmlns="" id="{1F244491-A15D-F5A2-CDE6-707BA2C67E7B}"/>
              </a:ext>
            </a:extLst>
          </p:cNvPr>
          <p:cNvSpPr>
            <a:spLocks noGrp="1" noRot="1" noChangeAspect="1" noChangeArrowheads="1" noTextEdit="1"/>
          </p:cNvSpPr>
          <p:nvPr>
            <p:ph type="sldImg" idx="1"/>
          </p:nvPr>
        </p:nvSpPr>
        <p:spPr>
          <a:xfrm>
            <a:off x="1266825" y="727075"/>
            <a:ext cx="4781550" cy="3586163"/>
          </a:xfrm>
          <a:ln/>
        </p:spPr>
      </p:sp>
    </p:spTree>
    <p:extLst>
      <p:ext uri="{BB962C8B-B14F-4D97-AF65-F5344CB8AC3E}">
        <p14:creationId xmlns:p14="http://schemas.microsoft.com/office/powerpoint/2010/main" val="18774851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346" name="Text Box 1">
            <a:extLst>
              <a:ext uri="{FF2B5EF4-FFF2-40B4-BE49-F238E27FC236}">
                <a16:creationId xmlns:a16="http://schemas.microsoft.com/office/drawing/2014/main" xmlns="" id="{0777B076-A44E-97EF-1D5E-6016659EA02E}"/>
              </a:ext>
            </a:extLst>
          </p:cNvPr>
          <p:cNvSpPr>
            <a:spLocks noGrp="1" noChangeArrowheads="1"/>
          </p:cNvSpPr>
          <p:nvPr>
            <p:ph type="body"/>
          </p:nvPr>
        </p:nvSpPr>
        <p:spPr>
          <a:xfrm>
            <a:off x="974725" y="4560888"/>
            <a:ext cx="5365750" cy="2698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A quick summary . . .</a:t>
            </a:r>
          </a:p>
        </p:txBody>
      </p:sp>
      <p:sp>
        <p:nvSpPr>
          <p:cNvPr id="57347" name="Rectangle 2">
            <a:extLst>
              <a:ext uri="{FF2B5EF4-FFF2-40B4-BE49-F238E27FC236}">
                <a16:creationId xmlns:a16="http://schemas.microsoft.com/office/drawing/2014/main" xmlns="" id="{604FB562-06A2-595C-5728-2114C2CA30F3}"/>
              </a:ext>
            </a:extLst>
          </p:cNvPr>
          <p:cNvSpPr>
            <a:spLocks noGrp="1" noRot="1" noChangeAspect="1" noChangeArrowheads="1" noTextEdit="1"/>
          </p:cNvSpPr>
          <p:nvPr>
            <p:ph type="sldImg" idx="1"/>
          </p:nvPr>
        </p:nvSpPr>
        <p:spPr>
          <a:xfrm>
            <a:off x="1266825" y="727075"/>
            <a:ext cx="4781550" cy="3586163"/>
          </a:xfrm>
          <a:ln/>
        </p:spPr>
      </p:sp>
    </p:spTree>
    <p:extLst>
      <p:ext uri="{BB962C8B-B14F-4D97-AF65-F5344CB8AC3E}">
        <p14:creationId xmlns:p14="http://schemas.microsoft.com/office/powerpoint/2010/main" val="15494272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xmlns="" id="{C8460F37-8010-C014-514E-EDD848924B68}"/>
            </a:ext>
          </a:extLst>
        </p:cNvPr>
        <p:cNvGrpSpPr/>
        <p:nvPr/>
      </p:nvGrpSpPr>
      <p:grpSpPr>
        <a:xfrm>
          <a:off x="0" y="0"/>
          <a:ext cx="0" cy="0"/>
          <a:chOff x="0" y="0"/>
          <a:chExt cx="0" cy="0"/>
        </a:xfrm>
      </p:grpSpPr>
      <p:sp>
        <p:nvSpPr>
          <p:cNvPr id="57346" name="Text Box 1">
            <a:extLst>
              <a:ext uri="{FF2B5EF4-FFF2-40B4-BE49-F238E27FC236}">
                <a16:creationId xmlns:a16="http://schemas.microsoft.com/office/drawing/2014/main" xmlns="" id="{95CE7627-DFA5-1206-131B-736DA598BA43}"/>
              </a:ext>
            </a:extLst>
          </p:cNvPr>
          <p:cNvSpPr>
            <a:spLocks noGrp="1" noChangeArrowheads="1"/>
          </p:cNvSpPr>
          <p:nvPr>
            <p:ph type="body"/>
          </p:nvPr>
        </p:nvSpPr>
        <p:spPr>
          <a:xfrm>
            <a:off x="974725" y="4560888"/>
            <a:ext cx="5365750" cy="2698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3000"/>
              </a:lnSpc>
              <a:spcBef>
                <a:spcPts val="475"/>
              </a:spcBef>
              <a:tabLst>
                <a:tab pos="0" algn="l"/>
                <a:tab pos="965200" algn="l"/>
                <a:tab pos="1931988" algn="l"/>
                <a:tab pos="2898775" algn="l"/>
                <a:tab pos="3865563" algn="l"/>
                <a:tab pos="4832350" algn="l"/>
                <a:tab pos="5799138" algn="l"/>
                <a:tab pos="6765925" algn="l"/>
                <a:tab pos="7732713" algn="l"/>
                <a:tab pos="8699500" algn="l"/>
                <a:tab pos="9664700" algn="l"/>
                <a:tab pos="10631488" algn="l"/>
              </a:tabLst>
            </a:pPr>
            <a:r>
              <a:rPr lang="en-GB" altLang="en-US">
                <a:latin typeface="Arial" panose="020B0604020202020204" pitchFamily="34" charset="0"/>
                <a:ea typeface="Arial Unicode MS" panose="020B0604020202020204" pitchFamily="34" charset="-128"/>
                <a:cs typeface="Arial Unicode MS" panose="020B0604020202020204" pitchFamily="34" charset="-128"/>
              </a:rPr>
              <a:t>A quick summary . . .</a:t>
            </a:r>
          </a:p>
        </p:txBody>
      </p:sp>
      <p:sp>
        <p:nvSpPr>
          <p:cNvPr id="57347" name="Rectangle 2">
            <a:extLst>
              <a:ext uri="{FF2B5EF4-FFF2-40B4-BE49-F238E27FC236}">
                <a16:creationId xmlns:a16="http://schemas.microsoft.com/office/drawing/2014/main" xmlns="" id="{6A8A120F-8F49-3992-7CDF-05E017270A09}"/>
              </a:ext>
            </a:extLst>
          </p:cNvPr>
          <p:cNvSpPr>
            <a:spLocks noGrp="1" noRot="1" noChangeAspect="1" noChangeArrowheads="1" noTextEdit="1"/>
          </p:cNvSpPr>
          <p:nvPr>
            <p:ph type="sldImg" idx="1"/>
          </p:nvPr>
        </p:nvSpPr>
        <p:spPr>
          <a:xfrm>
            <a:off x="1266825" y="727075"/>
            <a:ext cx="4781550" cy="3586163"/>
          </a:xfrm>
          <a:ln/>
        </p:spPr>
      </p:sp>
    </p:spTree>
    <p:extLst>
      <p:ext uri="{BB962C8B-B14F-4D97-AF65-F5344CB8AC3E}">
        <p14:creationId xmlns:p14="http://schemas.microsoft.com/office/powerpoint/2010/main" val="32372276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18">
            <a:extLst>
              <a:ext uri="{FF2B5EF4-FFF2-40B4-BE49-F238E27FC236}">
                <a16:creationId xmlns:a16="http://schemas.microsoft.com/office/drawing/2014/main" xmlns="" id="{6312F5CA-48A9-8A14-DFA7-2C0BC7E51970}"/>
              </a:ext>
            </a:extLst>
          </p:cNvPr>
          <p:cNvSpPr>
            <a:spLocks noGrp="1" noChangeArrowheads="1"/>
          </p:cNvSpPr>
          <p:nvPr>
            <p:ph type="sldNum" sz="quarter" idx="10"/>
          </p:nvPr>
        </p:nvSpPr>
        <p:spPr/>
        <p:txBody>
          <a:bodyPr/>
          <a:lstStyle>
            <a:lvl1pPr>
              <a:defRPr/>
            </a:lvl1pPr>
          </a:lstStyle>
          <a:p>
            <a:fld id="{1DD7B579-D705-4947-8B4E-ACB8D0DBDDEF}" type="slidenum">
              <a:rPr lang="en-US" altLang="en-US"/>
              <a:pPr/>
              <a:t>‹#›</a:t>
            </a:fld>
            <a:endParaRPr lang="en-US" altLang="en-US"/>
          </a:p>
        </p:txBody>
      </p:sp>
      <p:sp>
        <p:nvSpPr>
          <p:cNvPr id="3" name="Rectangle 219">
            <a:extLst>
              <a:ext uri="{FF2B5EF4-FFF2-40B4-BE49-F238E27FC236}">
                <a16:creationId xmlns:a16="http://schemas.microsoft.com/office/drawing/2014/main" xmlns="" id="{88C6D168-0285-283B-A44A-5053A7ACF6EA}"/>
              </a:ext>
            </a:extLst>
          </p:cNvPr>
          <p:cNvSpPr>
            <a:spLocks noGrp="1" noChangeArrowheads="1"/>
          </p:cNvSpPr>
          <p:nvPr>
            <p:ph type="dt" sz="half" idx="11"/>
          </p:nvPr>
        </p:nvSpPr>
        <p:spPr/>
        <p:txBody>
          <a:bodyPr/>
          <a:lstStyle>
            <a:lvl1pPr>
              <a:defRPr/>
            </a:lvl1pPr>
          </a:lstStyle>
          <a:p>
            <a:pPr>
              <a:defRPr/>
            </a:pPr>
            <a:fld id="{60FC6E72-5CFB-45DC-BF1C-B181016B0474}" type="datetime1">
              <a:rPr lang="en-US"/>
              <a:pPr>
                <a:defRPr/>
              </a:pPr>
              <a:t>10/29/2025</a:t>
            </a:fld>
            <a:endParaRPr lang="en-US"/>
          </a:p>
        </p:txBody>
      </p:sp>
      <p:sp>
        <p:nvSpPr>
          <p:cNvPr id="4" name="Rectangle 220">
            <a:extLst>
              <a:ext uri="{FF2B5EF4-FFF2-40B4-BE49-F238E27FC236}">
                <a16:creationId xmlns:a16="http://schemas.microsoft.com/office/drawing/2014/main" xmlns="" id="{B244EA39-7CE9-7212-1EA6-75DFA6BB769C}"/>
              </a:ext>
            </a:extLst>
          </p:cNvPr>
          <p:cNvSpPr>
            <a:spLocks noGrp="1" noChangeArrowheads="1"/>
          </p:cNvSpPr>
          <p:nvPr>
            <p:ph type="ftr" sz="quarter" idx="12"/>
          </p:nvPr>
        </p:nvSpPr>
        <p:spPr>
          <a:xfrm>
            <a:off x="3040063" y="6183313"/>
            <a:ext cx="2895600" cy="457200"/>
          </a:xfrm>
        </p:spPr>
        <p:txBody>
          <a:bodyPr/>
          <a:lstStyle>
            <a:lvl1pPr>
              <a:defRPr/>
            </a:lvl1pPr>
          </a:lstStyle>
          <a:p>
            <a:pPr>
              <a:defRPr/>
            </a:pPr>
            <a:endParaRPr lang="en-US"/>
          </a:p>
        </p:txBody>
      </p:sp>
    </p:spTree>
    <p:extLst>
      <p:ext uri="{BB962C8B-B14F-4D97-AF65-F5344CB8AC3E}">
        <p14:creationId xmlns:p14="http://schemas.microsoft.com/office/powerpoint/2010/main" val="660924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xmlns="" id="{AB6662C5-B1DD-16BD-BB84-6D132B0BDEF9}"/>
              </a:ext>
            </a:extLst>
          </p:cNvPr>
          <p:cNvSpPr>
            <a:spLocks noGrp="1"/>
          </p:cNvSpPr>
          <p:nvPr>
            <p:ph type="sldNum" sz="quarter" idx="10"/>
          </p:nvPr>
        </p:nvSpPr>
        <p:spPr/>
        <p:txBody>
          <a:bodyPr/>
          <a:lstStyle>
            <a:lvl1pPr>
              <a:defRPr/>
            </a:lvl1pPr>
          </a:lstStyle>
          <a:p>
            <a:fld id="{A8844A57-FF12-4EC2-9668-48A6BF2BC22C}" type="slidenum">
              <a:rPr lang="en-US" altLang="en-US"/>
              <a:pPr/>
              <a:t>‹#›</a:t>
            </a:fld>
            <a:endParaRPr lang="en-US" altLang="en-US"/>
          </a:p>
        </p:txBody>
      </p:sp>
    </p:spTree>
    <p:extLst>
      <p:ext uri="{BB962C8B-B14F-4D97-AF65-F5344CB8AC3E}">
        <p14:creationId xmlns:p14="http://schemas.microsoft.com/office/powerpoint/2010/main" val="2655427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79C1B1B7-B9DB-FAEB-EB00-EB7EA7933137}"/>
              </a:ext>
            </a:extLst>
          </p:cNvPr>
          <p:cNvSpPr>
            <a:spLocks noGrp="1"/>
          </p:cNvSpPr>
          <p:nvPr>
            <p:ph type="dt" sz="half" idx="10"/>
          </p:nvPr>
        </p:nvSpPr>
        <p:spPr/>
        <p:txBody>
          <a:bodyPr/>
          <a:lstStyle>
            <a:lvl1pPr>
              <a:defRPr/>
            </a:lvl1pPr>
          </a:lstStyle>
          <a:p>
            <a:pPr>
              <a:defRPr/>
            </a:pPr>
            <a:endParaRPr lang="en-US"/>
          </a:p>
        </p:txBody>
      </p:sp>
      <p:sp>
        <p:nvSpPr>
          <p:cNvPr id="4" name="Footer Placeholder 3">
            <a:extLst>
              <a:ext uri="{FF2B5EF4-FFF2-40B4-BE49-F238E27FC236}">
                <a16:creationId xmlns:a16="http://schemas.microsoft.com/office/drawing/2014/main" xmlns="" id="{DCBAFFA5-A120-0D3C-FBD7-8F23D2C50B89}"/>
              </a:ext>
            </a:extLst>
          </p:cNvPr>
          <p:cNvSpPr>
            <a:spLocks noGrp="1"/>
          </p:cNvSpPr>
          <p:nvPr>
            <p:ph type="ftr" sz="quarter" idx="11"/>
          </p:nvPr>
        </p:nvSpPr>
        <p:spPr/>
        <p:txBody>
          <a:bodyPr/>
          <a:lstStyle>
            <a:lvl1pPr>
              <a:defRPr/>
            </a:lvl1pPr>
          </a:lstStyle>
          <a:p>
            <a:pPr>
              <a:defRPr/>
            </a:pPr>
            <a:r>
              <a:rPr lang="en-US"/>
              <a:t>Chapter 8: Trees</a:t>
            </a:r>
          </a:p>
        </p:txBody>
      </p:sp>
      <p:sp>
        <p:nvSpPr>
          <p:cNvPr id="5" name="Slide Number Placeholder 4">
            <a:extLst>
              <a:ext uri="{FF2B5EF4-FFF2-40B4-BE49-F238E27FC236}">
                <a16:creationId xmlns:a16="http://schemas.microsoft.com/office/drawing/2014/main" xmlns="" id="{9E9AE4A9-D5BF-23E7-0E81-E6DC1A84B4BC}"/>
              </a:ext>
            </a:extLst>
          </p:cNvPr>
          <p:cNvSpPr>
            <a:spLocks noGrp="1"/>
          </p:cNvSpPr>
          <p:nvPr>
            <p:ph type="sldNum" sz="quarter" idx="12"/>
          </p:nvPr>
        </p:nvSpPr>
        <p:spPr/>
        <p:txBody>
          <a:bodyPr/>
          <a:lstStyle>
            <a:lvl1pPr>
              <a:defRPr/>
            </a:lvl1pPr>
          </a:lstStyle>
          <a:p>
            <a:fld id="{26F7D450-BC0D-42EE-A9E9-201CB61946AA}" type="slidenum">
              <a:rPr lang="en-US" altLang="en-US"/>
              <a:pPr/>
              <a:t>‹#›</a:t>
            </a:fld>
            <a:endParaRPr lang="en-US" altLang="en-US"/>
          </a:p>
        </p:txBody>
      </p:sp>
    </p:spTree>
    <p:extLst>
      <p:ext uri="{BB962C8B-B14F-4D97-AF65-F5344CB8AC3E}">
        <p14:creationId xmlns:p14="http://schemas.microsoft.com/office/powerpoint/2010/main" val="7552607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08413" cy="41132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6613" y="1981200"/>
            <a:ext cx="3810000" cy="41132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368754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0080"/>
        </a:solidFill>
        <a:effectLst/>
      </p:bgPr>
    </p:bg>
    <p:spTree>
      <p:nvGrpSpPr>
        <p:cNvPr id="1" name=""/>
        <p:cNvGrpSpPr/>
        <p:nvPr/>
      </p:nvGrpSpPr>
      <p:grpSpPr>
        <a:xfrm>
          <a:off x="0" y="0"/>
          <a:ext cx="0" cy="0"/>
          <a:chOff x="0" y="0"/>
          <a:chExt cx="0" cy="0"/>
        </a:xfrm>
      </p:grpSpPr>
      <p:sp>
        <p:nvSpPr>
          <p:cNvPr id="1026" name="Rectangle 221">
            <a:extLst>
              <a:ext uri="{FF2B5EF4-FFF2-40B4-BE49-F238E27FC236}">
                <a16:creationId xmlns:a16="http://schemas.microsoft.com/office/drawing/2014/main" xmlns="" id="{A3808499-F304-E7EF-BA7C-C9CDCA1EA622}"/>
              </a:ext>
            </a:extLst>
          </p:cNvPr>
          <p:cNvSpPr>
            <a:spLocks noGrp="1" noChangeArrowheads="1"/>
          </p:cNvSpPr>
          <p:nvPr>
            <p:ph type="body" idx="1"/>
          </p:nvPr>
        </p:nvSpPr>
        <p:spPr bwMode="auto">
          <a:xfrm>
            <a:off x="457200" y="1600200"/>
            <a:ext cx="8229600" cy="159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7" name="Rectangle 222">
            <a:extLst>
              <a:ext uri="{FF2B5EF4-FFF2-40B4-BE49-F238E27FC236}">
                <a16:creationId xmlns:a16="http://schemas.microsoft.com/office/drawing/2014/main" xmlns="" id="{C8AD8DF8-3662-44F0-6430-545BB59A8137}"/>
              </a:ext>
            </a:extLst>
          </p:cNvPr>
          <p:cNvSpPr>
            <a:spLocks noGrp="1" noChangeArrowheads="1"/>
          </p:cNvSpPr>
          <p:nvPr>
            <p:ph type="title"/>
          </p:nvPr>
        </p:nvSpPr>
        <p:spPr bwMode="auto">
          <a:xfrm>
            <a:off x="0" y="6350"/>
            <a:ext cx="6613525"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p>
            <a:pPr lvl="0"/>
            <a:r>
              <a:rPr lang="en-US" altLang="en-US"/>
              <a:t>Click to edit Master title style</a:t>
            </a:r>
          </a:p>
        </p:txBody>
      </p:sp>
      <p:sp>
        <p:nvSpPr>
          <p:cNvPr id="13" name="Rectangle 220">
            <a:extLst>
              <a:ext uri="{FF2B5EF4-FFF2-40B4-BE49-F238E27FC236}">
                <a16:creationId xmlns:a16="http://schemas.microsoft.com/office/drawing/2014/main" xmlns="" id="{E2C2BAB5-4C30-567D-1102-D8E3622030B2}"/>
              </a:ext>
            </a:extLst>
          </p:cNvPr>
          <p:cNvSpPr>
            <a:spLocks noGrp="1" noChangeArrowheads="1"/>
          </p:cNvSpPr>
          <p:nvPr>
            <p:ph type="ftr" sz="quarter" idx="3"/>
          </p:nvPr>
        </p:nvSpPr>
        <p:spPr bwMode="auto">
          <a:xfrm>
            <a:off x="3124200" y="6243638"/>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effectLst>
                  <a:outerShdw blurRad="38100" dist="38100" dir="2700000" algn="tl">
                    <a:srgbClr val="000000"/>
                  </a:outerShdw>
                </a:effectLst>
                <a:latin typeface="Arial" pitchFamily="34" charset="0"/>
              </a:defRPr>
            </a:lvl1pPr>
          </a:lstStyle>
          <a:p>
            <a:pPr>
              <a:defRPr/>
            </a:pPr>
            <a:r>
              <a:rPr lang="en-US"/>
              <a:t>Thermophotovoltaics</a:t>
            </a:r>
          </a:p>
        </p:txBody>
      </p:sp>
      <p:sp>
        <p:nvSpPr>
          <p:cNvPr id="12" name="Rectangle 219">
            <a:extLst>
              <a:ext uri="{FF2B5EF4-FFF2-40B4-BE49-F238E27FC236}">
                <a16:creationId xmlns:a16="http://schemas.microsoft.com/office/drawing/2014/main" xmlns="" id="{CC9B7C03-1D7A-DB65-3108-2F7DB77C2E4A}"/>
              </a:ext>
            </a:extLst>
          </p:cNvPr>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effectLst>
                  <a:outerShdw blurRad="38100" dist="38100" dir="2700000" algn="tl">
                    <a:srgbClr val="000000"/>
                  </a:outerShdw>
                </a:effectLst>
                <a:latin typeface="Arial" pitchFamily="34" charset="0"/>
              </a:defRPr>
            </a:lvl1pPr>
          </a:lstStyle>
          <a:p>
            <a:pPr>
              <a:defRPr/>
            </a:pPr>
            <a:fld id="{86C83903-5E35-4DB3-8981-194422A7A319}" type="datetime1">
              <a:rPr lang="en-US"/>
              <a:pPr>
                <a:defRPr/>
              </a:pPr>
              <a:t>10/29/2025</a:t>
            </a:fld>
            <a:r>
              <a:rPr lang="en-US"/>
              <a:t>ECE 5343 </a:t>
            </a:r>
          </a:p>
        </p:txBody>
      </p:sp>
      <p:sp>
        <p:nvSpPr>
          <p:cNvPr id="11" name="Rectangle 218">
            <a:extLst>
              <a:ext uri="{FF2B5EF4-FFF2-40B4-BE49-F238E27FC236}">
                <a16:creationId xmlns:a16="http://schemas.microsoft.com/office/drawing/2014/main" xmlns="" id="{DE0D524A-85C9-A05F-B7B7-155CDC82052B}"/>
              </a:ext>
            </a:extLst>
          </p:cNvPr>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effectLst>
                  <a:outerShdw blurRad="38100" dist="38100" dir="2700000" algn="tl">
                    <a:srgbClr val="000000"/>
                  </a:outerShdw>
                </a:effectLst>
                <a:latin typeface="Arial" panose="020B0604020202020204" pitchFamily="34" charset="0"/>
              </a:defRPr>
            </a:lvl1pPr>
          </a:lstStyle>
          <a:p>
            <a:fld id="{1E6BED27-9F7E-452E-B046-37C8ACF87941}" type="slidenum">
              <a:rPr lang="en-US" altLang="en-US"/>
              <a:pPr/>
              <a:t>‹#›</a:t>
            </a:fld>
            <a:r>
              <a:rPr lang="en-US" altLang="en-US"/>
              <a:t>University Of Oklahoma</a:t>
            </a:r>
          </a:p>
        </p:txBody>
      </p:sp>
    </p:spTree>
  </p:cSld>
  <p:clrMap bg1="dk2" tx1="lt1" bg2="dk1" tx2="lt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Lst>
  <p:hf hdr="0" ftr="0" dt="0"/>
  <p:txStyles>
    <p:titleStyle>
      <a:lvl1pPr algn="l" rtl="0" eaLnBrk="0" fontAlgn="base" hangingPunct="0">
        <a:lnSpc>
          <a:spcPct val="85000"/>
        </a:lnSpc>
        <a:spcBef>
          <a:spcPct val="0"/>
        </a:spcBef>
        <a:spcAft>
          <a:spcPct val="0"/>
        </a:spcAft>
        <a:defRPr sz="3600" b="1">
          <a:solidFill>
            <a:srgbClr val="FFFF00"/>
          </a:solidFill>
          <a:latin typeface="Arial" pitchFamily="34" charset="0"/>
          <a:ea typeface="+mj-ea"/>
          <a:cs typeface="+mj-cs"/>
        </a:defRPr>
      </a:lvl1pPr>
      <a:lvl2pPr algn="l" rtl="0" eaLnBrk="0" fontAlgn="base" hangingPunct="0">
        <a:lnSpc>
          <a:spcPct val="85000"/>
        </a:lnSpc>
        <a:spcBef>
          <a:spcPct val="0"/>
        </a:spcBef>
        <a:spcAft>
          <a:spcPct val="0"/>
        </a:spcAft>
        <a:defRPr sz="3600" b="1">
          <a:solidFill>
            <a:srgbClr val="FFFF00"/>
          </a:solidFill>
          <a:latin typeface="Arial" charset="0"/>
        </a:defRPr>
      </a:lvl2pPr>
      <a:lvl3pPr algn="l" rtl="0" eaLnBrk="0" fontAlgn="base" hangingPunct="0">
        <a:lnSpc>
          <a:spcPct val="85000"/>
        </a:lnSpc>
        <a:spcBef>
          <a:spcPct val="0"/>
        </a:spcBef>
        <a:spcAft>
          <a:spcPct val="0"/>
        </a:spcAft>
        <a:defRPr sz="3600" b="1">
          <a:solidFill>
            <a:srgbClr val="FFFF00"/>
          </a:solidFill>
          <a:latin typeface="Arial" charset="0"/>
        </a:defRPr>
      </a:lvl3pPr>
      <a:lvl4pPr algn="l" rtl="0" eaLnBrk="0" fontAlgn="base" hangingPunct="0">
        <a:lnSpc>
          <a:spcPct val="85000"/>
        </a:lnSpc>
        <a:spcBef>
          <a:spcPct val="0"/>
        </a:spcBef>
        <a:spcAft>
          <a:spcPct val="0"/>
        </a:spcAft>
        <a:defRPr sz="3600" b="1">
          <a:solidFill>
            <a:srgbClr val="FFFF00"/>
          </a:solidFill>
          <a:latin typeface="Arial" charset="0"/>
        </a:defRPr>
      </a:lvl4pPr>
      <a:lvl5pPr algn="l" rtl="0" eaLnBrk="0" fontAlgn="base" hangingPunct="0">
        <a:lnSpc>
          <a:spcPct val="85000"/>
        </a:lnSpc>
        <a:spcBef>
          <a:spcPct val="0"/>
        </a:spcBef>
        <a:spcAft>
          <a:spcPct val="0"/>
        </a:spcAft>
        <a:defRPr sz="3600" b="1">
          <a:solidFill>
            <a:srgbClr val="FFFF00"/>
          </a:solidFill>
          <a:latin typeface="Arial" charset="0"/>
        </a:defRPr>
      </a:lvl5pPr>
      <a:lvl6pPr marL="457200" algn="l" rtl="0" fontAlgn="base">
        <a:spcBef>
          <a:spcPct val="0"/>
        </a:spcBef>
        <a:spcAft>
          <a:spcPct val="0"/>
        </a:spcAft>
        <a:defRPr sz="3600" b="1">
          <a:solidFill>
            <a:srgbClr val="FFFF00"/>
          </a:solidFill>
          <a:latin typeface="Arial" charset="0"/>
        </a:defRPr>
      </a:lvl6pPr>
      <a:lvl7pPr marL="914400" algn="l" rtl="0" fontAlgn="base">
        <a:spcBef>
          <a:spcPct val="0"/>
        </a:spcBef>
        <a:spcAft>
          <a:spcPct val="0"/>
        </a:spcAft>
        <a:defRPr sz="3600" b="1">
          <a:solidFill>
            <a:srgbClr val="FFFF00"/>
          </a:solidFill>
          <a:latin typeface="Arial" charset="0"/>
        </a:defRPr>
      </a:lvl7pPr>
      <a:lvl8pPr marL="1371600" algn="l" rtl="0" fontAlgn="base">
        <a:spcBef>
          <a:spcPct val="0"/>
        </a:spcBef>
        <a:spcAft>
          <a:spcPct val="0"/>
        </a:spcAft>
        <a:defRPr sz="3600" b="1">
          <a:solidFill>
            <a:srgbClr val="FFFF00"/>
          </a:solidFill>
          <a:latin typeface="Arial" charset="0"/>
        </a:defRPr>
      </a:lvl8pPr>
      <a:lvl9pPr marL="1828800" algn="l" rtl="0" fontAlgn="base">
        <a:spcBef>
          <a:spcPct val="0"/>
        </a:spcBef>
        <a:spcAft>
          <a:spcPct val="0"/>
        </a:spcAft>
        <a:defRPr sz="3600" b="1">
          <a:solidFill>
            <a:srgbClr val="FFFF00"/>
          </a:solidFill>
          <a:latin typeface="Arial" charset="0"/>
        </a:defRPr>
      </a:lvl9pPr>
    </p:titleStyle>
    <p:bodyStyle>
      <a:lvl1pPr marL="287338" indent="-287338" algn="l" rtl="0" eaLnBrk="0" fontAlgn="base" hangingPunct="0">
        <a:lnSpc>
          <a:spcPct val="85000"/>
        </a:lnSpc>
        <a:spcBef>
          <a:spcPct val="10000"/>
        </a:spcBef>
        <a:spcAft>
          <a:spcPct val="10000"/>
        </a:spcAft>
        <a:buClr>
          <a:schemeClr val="tx1"/>
        </a:buClr>
        <a:buChar char="•"/>
        <a:defRPr sz="2400">
          <a:solidFill>
            <a:schemeClr val="tx1"/>
          </a:solidFill>
          <a:latin typeface="Arial" pitchFamily="34" charset="0"/>
          <a:ea typeface="+mn-ea"/>
          <a:cs typeface="+mn-cs"/>
        </a:defRPr>
      </a:lvl1pPr>
      <a:lvl2pPr marL="627063" indent="-225425" algn="l" rtl="0" eaLnBrk="0" fontAlgn="base" hangingPunct="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itchFamily="34" charset="0"/>
        </a:defRPr>
      </a:lvl2pPr>
      <a:lvl3pPr marL="969963" indent="-228600" algn="l" rtl="0" eaLnBrk="0" fontAlgn="base" hangingPunct="0">
        <a:lnSpc>
          <a:spcPct val="85000"/>
        </a:lnSpc>
        <a:spcBef>
          <a:spcPct val="10000"/>
        </a:spcBef>
        <a:spcAft>
          <a:spcPct val="10000"/>
        </a:spcAft>
        <a:buClr>
          <a:schemeClr val="tx1"/>
        </a:buClr>
        <a:buChar char="•"/>
        <a:defRPr>
          <a:solidFill>
            <a:schemeClr val="tx1"/>
          </a:solidFill>
          <a:latin typeface="Arial" pitchFamily="34" charset="0"/>
        </a:defRPr>
      </a:lvl3pPr>
      <a:lvl4pPr marL="1312863" indent="-228600" algn="l" rtl="0" eaLnBrk="0" fontAlgn="base" hangingPunct="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itchFamily="34" charset="0"/>
        </a:defRPr>
      </a:lvl4pPr>
      <a:lvl5pPr marL="1649413" indent="-222250" algn="l" rtl="0" eaLnBrk="0" fontAlgn="base" hangingPunct="0">
        <a:lnSpc>
          <a:spcPct val="85000"/>
        </a:lnSpc>
        <a:spcBef>
          <a:spcPct val="10000"/>
        </a:spcBef>
        <a:spcAft>
          <a:spcPct val="10000"/>
        </a:spcAft>
        <a:buClr>
          <a:schemeClr val="tx1"/>
        </a:buClr>
        <a:buChar char="•"/>
        <a:defRPr>
          <a:solidFill>
            <a:schemeClr val="tx1"/>
          </a:solidFill>
          <a:latin typeface="Arial" pitchFamily="34" charset="0"/>
        </a:defRPr>
      </a:lvl5pPr>
      <a:lvl6pPr marL="2514600" indent="-228600" algn="l" rtl="0" fontAlgn="base">
        <a:spcBef>
          <a:spcPct val="20000"/>
        </a:spcBef>
        <a:spcAft>
          <a:spcPct val="0"/>
        </a:spcAft>
        <a:buClr>
          <a:schemeClr val="hlink"/>
        </a:buClr>
        <a:buFont typeface="Wingdings" pitchFamily="2" charset="2"/>
        <a:buBlip>
          <a:blip r:embed="rId6"/>
        </a:buBlip>
        <a:defRPr>
          <a:solidFill>
            <a:schemeClr val="tx1"/>
          </a:solidFill>
          <a:latin typeface="+mn-lt"/>
        </a:defRPr>
      </a:lvl6pPr>
      <a:lvl7pPr marL="2971800" indent="-228600" algn="l" rtl="0" fontAlgn="base">
        <a:spcBef>
          <a:spcPct val="20000"/>
        </a:spcBef>
        <a:spcAft>
          <a:spcPct val="0"/>
        </a:spcAft>
        <a:buClr>
          <a:schemeClr val="hlink"/>
        </a:buClr>
        <a:buFont typeface="Wingdings" pitchFamily="2" charset="2"/>
        <a:buBlip>
          <a:blip r:embed="rId6"/>
        </a:buBlip>
        <a:defRPr>
          <a:solidFill>
            <a:schemeClr val="tx1"/>
          </a:solidFill>
          <a:latin typeface="+mn-lt"/>
        </a:defRPr>
      </a:lvl7pPr>
      <a:lvl8pPr marL="3429000" indent="-228600" algn="l" rtl="0" fontAlgn="base">
        <a:spcBef>
          <a:spcPct val="20000"/>
        </a:spcBef>
        <a:spcAft>
          <a:spcPct val="0"/>
        </a:spcAft>
        <a:buClr>
          <a:schemeClr val="hlink"/>
        </a:buClr>
        <a:buFont typeface="Wingdings" pitchFamily="2" charset="2"/>
        <a:buBlip>
          <a:blip r:embed="rId6"/>
        </a:buBlip>
        <a:defRPr>
          <a:solidFill>
            <a:schemeClr val="tx1"/>
          </a:solidFill>
          <a:latin typeface="+mn-lt"/>
        </a:defRPr>
      </a:lvl8pPr>
      <a:lvl9pPr marL="3886200" indent="-228600" algn="l" rtl="0" fontAlgn="base">
        <a:spcBef>
          <a:spcPct val="20000"/>
        </a:spcBef>
        <a:spcAft>
          <a:spcPct val="0"/>
        </a:spcAft>
        <a:buClr>
          <a:schemeClr val="hlink"/>
        </a:buClr>
        <a:buFont typeface="Wingdings" pitchFamily="2" charset="2"/>
        <a:buBlip>
          <a:blip r:embed="rId6"/>
        </a:buBlip>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hyperlink" Target="https://www.google.com/url?sa=i&amp;rct=j&amp;q=&amp;esrc=s&amp;source=images&amp;cd=&amp;cad=rja&amp;uact=8&amp;ved=2ahUKEwiS75eHva3aAhVQRK0KHVBiC9QQjRx6BAgAEAU&amp;url=https://upliftconnect.com/spiritual-wisdom-of-albert-einstein/&amp;psig=AOvVaw0aY6Xuw1pNP3gyjUR8wHdn&amp;ust=1523373063534477"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6.wmf"/><Relationship Id="rId5" Type="http://schemas.openxmlformats.org/officeDocument/2006/relationships/image" Target="../media/image5.wmf"/><Relationship Id="rId4" Type="http://schemas.openxmlformats.org/officeDocument/2006/relationships/image" Target="../media/image4.wmf"/></Relationships>
</file>

<file path=ppt/slides/_rels/slide5.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image" Target="../media/image3.wmf"/><Relationship Id="rId7" Type="http://schemas.openxmlformats.org/officeDocument/2006/relationships/hyperlink" Target="https://www.google.com/url?sa=i&amp;rct=j&amp;q=&amp;esrc=s&amp;source=images&amp;cd=&amp;cad=rja&amp;uact=8&amp;ved=2ahUKEwiS75eHva3aAhVQRK0KHVBiC9QQjRx6BAgAEAU&amp;url=https://upliftconnect.com/spiritual-wisdom-of-albert-einstein/&amp;psig=AOvVaw0aY6Xuw1pNP3gyjUR8wHdn&amp;ust=1523373063534477" TargetMode="Externa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6.wmf"/><Relationship Id="rId5" Type="http://schemas.openxmlformats.org/officeDocument/2006/relationships/image" Target="../media/image5.wmf"/><Relationship Id="rId4" Type="http://schemas.openxmlformats.org/officeDocument/2006/relationships/image" Target="../media/image4.wmf"/></Relationships>
</file>

<file path=ppt/slides/_rels/slide6.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image" Target="../media/image3.wmf"/><Relationship Id="rId7" Type="http://schemas.openxmlformats.org/officeDocument/2006/relationships/hyperlink" Target="https://www.google.com/url?sa=i&amp;rct=j&amp;q=&amp;esrc=s&amp;source=images&amp;cd=&amp;cad=rja&amp;uact=8&amp;ved=2ahUKEwiS75eHva3aAhVQRK0KHVBiC9QQjRx6BAgAEAU&amp;url=https://upliftconnect.com/spiritual-wisdom-of-albert-einstein/&amp;psig=AOvVaw0aY6Xuw1pNP3gyjUR8wHdn&amp;ust=1523373063534477" TargetMode="External"/><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6.wmf"/><Relationship Id="rId5" Type="http://schemas.openxmlformats.org/officeDocument/2006/relationships/image" Target="../media/image5.wmf"/><Relationship Id="rId4" Type="http://schemas.openxmlformats.org/officeDocument/2006/relationships/image" Target="../media/image4.wmf"/></Relationships>
</file>

<file path=ppt/slides/_rels/slide7.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image" Target="../media/image3.wmf"/><Relationship Id="rId7" Type="http://schemas.openxmlformats.org/officeDocument/2006/relationships/hyperlink" Target="https://www.google.com/url?sa=i&amp;rct=j&amp;q=&amp;esrc=s&amp;source=images&amp;cd=&amp;cad=rja&amp;uact=8&amp;ved=2ahUKEwiS75eHva3aAhVQRK0KHVBiC9QQjRx6BAgAEAU&amp;url=https://upliftconnect.com/spiritual-wisdom-of-albert-einstein/&amp;psig=AOvVaw0aY6Xuw1pNP3gyjUR8wHdn&amp;ust=1523373063534477" TargetMode="External"/><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6.wmf"/><Relationship Id="rId5" Type="http://schemas.openxmlformats.org/officeDocument/2006/relationships/image" Target="../media/image5.wmf"/><Relationship Id="rId4" Type="http://schemas.openxmlformats.org/officeDocument/2006/relationships/image" Target="../media/image4.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image" Target="../media/image3.wmf"/><Relationship Id="rId7" Type="http://schemas.openxmlformats.org/officeDocument/2006/relationships/image" Target="../media/image7.wmf"/><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6.wmf"/><Relationship Id="rId5" Type="http://schemas.openxmlformats.org/officeDocument/2006/relationships/image" Target="../media/image5.wmf"/><Relationship Id="rId4" Type="http://schemas.openxmlformats.org/officeDocument/2006/relationships/image" Target="../media/image4.wmf"/></Relationships>
</file>

<file path=ppt/slides/_rels/slide10.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image" Target="../media/image3.wmf"/><Relationship Id="rId7" Type="http://schemas.openxmlformats.org/officeDocument/2006/relationships/image" Target="../media/image7.wmf"/><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6.wmf"/><Relationship Id="rId5" Type="http://schemas.openxmlformats.org/officeDocument/2006/relationships/image" Target="../media/image5.wmf"/><Relationship Id="rId4" Type="http://schemas.openxmlformats.org/officeDocument/2006/relationships/image" Target="../media/image4.wmf"/><Relationship Id="rId9" Type="http://schemas.openxmlformats.org/officeDocument/2006/relationships/image" Target="../media/image9.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image" Target="../media/image3.wmf"/><Relationship Id="rId7" Type="http://schemas.openxmlformats.org/officeDocument/2006/relationships/image" Target="../media/image7.wmf"/><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6.wmf"/><Relationship Id="rId5" Type="http://schemas.openxmlformats.org/officeDocument/2006/relationships/image" Target="../media/image5.wmf"/><Relationship Id="rId4" Type="http://schemas.openxmlformats.org/officeDocument/2006/relationships/image" Target="../media/image4.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image" Target="../media/image3.wmf"/><Relationship Id="rId7" Type="http://schemas.openxmlformats.org/officeDocument/2006/relationships/image" Target="../media/image7.wmf"/><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6.wmf"/><Relationship Id="rId5" Type="http://schemas.openxmlformats.org/officeDocument/2006/relationships/image" Target="../media/image5.wmf"/><Relationship Id="rId4" Type="http://schemas.openxmlformats.org/officeDocument/2006/relationships/image" Target="../media/image4.wmf"/></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image" Target="../media/image14.jpeg"/></Relationships>
</file>

<file path=ppt/slides/_rels/slide2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wmf"/><Relationship Id="rId7" Type="http://schemas.openxmlformats.org/officeDocument/2006/relationships/image" Target="../media/image18.jpe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4.jpeg"/></Relationships>
</file>

<file path=ppt/slides/_rels/slide23.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15.wmf"/><Relationship Id="rId7" Type="http://schemas.openxmlformats.org/officeDocument/2006/relationships/image" Target="../media/image18.jpe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4.jpeg"/></Relationships>
</file>

<file path=ppt/slides/_rels/slide2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xmlns="" id="{365F1963-659E-AA6C-6D3C-2BAF9A3A7247}"/>
              </a:ext>
            </a:extLst>
          </p:cNvPr>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t>What is a Hash Table ?</a:t>
            </a:r>
          </a:p>
        </p:txBody>
      </p:sp>
      <p:sp>
        <p:nvSpPr>
          <p:cNvPr id="8195" name="Rectangle 2">
            <a:extLst>
              <a:ext uri="{FF2B5EF4-FFF2-40B4-BE49-F238E27FC236}">
                <a16:creationId xmlns:a16="http://schemas.microsoft.com/office/drawing/2014/main" xmlns="" id="{76E7D5F0-4B31-EA45-0239-18325028BDEF}"/>
              </a:ext>
            </a:extLst>
          </p:cNvPr>
          <p:cNvSpPr>
            <a:spLocks noGrp="1" noChangeArrowheads="1"/>
          </p:cNvSpPr>
          <p:nvPr>
            <p:ph type="body" idx="1"/>
          </p:nvPr>
        </p:nvSpPr>
        <p:spPr>
          <a:xfrm>
            <a:off x="174625" y="1981200"/>
            <a:ext cx="8969375" cy="4114800"/>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a:t>The simplest kind of hash table is an array of records.</a:t>
            </a:r>
          </a:p>
          <a:p>
            <a:pPr>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a:t>This example has 701 records.</a:t>
            </a:r>
          </a:p>
        </p:txBody>
      </p:sp>
      <p:sp>
        <p:nvSpPr>
          <p:cNvPr id="8196" name="AutoShape 3">
            <a:extLst>
              <a:ext uri="{FF2B5EF4-FFF2-40B4-BE49-F238E27FC236}">
                <a16:creationId xmlns:a16="http://schemas.microsoft.com/office/drawing/2014/main" xmlns="" id="{829C8B6E-BB86-FEE9-ADBD-C256C68277F6}"/>
              </a:ext>
            </a:extLst>
          </p:cNvPr>
          <p:cNvSpPr>
            <a:spLocks noChangeArrowheads="1"/>
          </p:cNvSpPr>
          <p:nvPr/>
        </p:nvSpPr>
        <p:spPr bwMode="auto">
          <a:xfrm>
            <a:off x="1062038" y="4683125"/>
            <a:ext cx="6046787" cy="785813"/>
          </a:xfrm>
          <a:prstGeom prst="roundRect">
            <a:avLst>
              <a:gd name="adj" fmla="val 199"/>
            </a:avLst>
          </a:prstGeom>
          <a:solidFill>
            <a:srgbClr val="808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8197" name="Line 4">
            <a:extLst>
              <a:ext uri="{FF2B5EF4-FFF2-40B4-BE49-F238E27FC236}">
                <a16:creationId xmlns:a16="http://schemas.microsoft.com/office/drawing/2014/main" xmlns="" id="{02021320-8560-9221-02A4-023FF613DBA3}"/>
              </a:ext>
            </a:extLst>
          </p:cNvPr>
          <p:cNvSpPr>
            <a:spLocks noChangeShapeType="1"/>
          </p:cNvSpPr>
          <p:nvPr/>
        </p:nvSpPr>
        <p:spPr bwMode="auto">
          <a:xfrm>
            <a:off x="1974850" y="4679950"/>
            <a:ext cx="1588" cy="792163"/>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8" name="Line 5">
            <a:extLst>
              <a:ext uri="{FF2B5EF4-FFF2-40B4-BE49-F238E27FC236}">
                <a16:creationId xmlns:a16="http://schemas.microsoft.com/office/drawing/2014/main" xmlns="" id="{0B9292C1-D37B-3796-DEF1-4A8A447E8EF2}"/>
              </a:ext>
            </a:extLst>
          </p:cNvPr>
          <p:cNvSpPr>
            <a:spLocks noChangeShapeType="1"/>
          </p:cNvSpPr>
          <p:nvPr/>
        </p:nvSpPr>
        <p:spPr bwMode="auto">
          <a:xfrm>
            <a:off x="2889250" y="4679950"/>
            <a:ext cx="1588" cy="792163"/>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9" name="Line 6">
            <a:extLst>
              <a:ext uri="{FF2B5EF4-FFF2-40B4-BE49-F238E27FC236}">
                <a16:creationId xmlns:a16="http://schemas.microsoft.com/office/drawing/2014/main" xmlns="" id="{6A1264A6-C338-7673-C968-963D3D0B4093}"/>
              </a:ext>
            </a:extLst>
          </p:cNvPr>
          <p:cNvSpPr>
            <a:spLocks noChangeShapeType="1"/>
          </p:cNvSpPr>
          <p:nvPr/>
        </p:nvSpPr>
        <p:spPr bwMode="auto">
          <a:xfrm>
            <a:off x="3802063" y="4679950"/>
            <a:ext cx="1587" cy="792163"/>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0" name="Line 7">
            <a:extLst>
              <a:ext uri="{FF2B5EF4-FFF2-40B4-BE49-F238E27FC236}">
                <a16:creationId xmlns:a16="http://schemas.microsoft.com/office/drawing/2014/main" xmlns="" id="{4B4AAFBA-F076-EA94-EC94-7ECBD6D94CE3}"/>
              </a:ext>
            </a:extLst>
          </p:cNvPr>
          <p:cNvSpPr>
            <a:spLocks noChangeShapeType="1"/>
          </p:cNvSpPr>
          <p:nvPr/>
        </p:nvSpPr>
        <p:spPr bwMode="auto">
          <a:xfrm>
            <a:off x="4718050" y="4683125"/>
            <a:ext cx="1588" cy="784225"/>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1" name="Line 8">
            <a:extLst>
              <a:ext uri="{FF2B5EF4-FFF2-40B4-BE49-F238E27FC236}">
                <a16:creationId xmlns:a16="http://schemas.microsoft.com/office/drawing/2014/main" xmlns="" id="{79DA2AC2-A29C-E9AE-F689-18EAE2888AD0}"/>
              </a:ext>
            </a:extLst>
          </p:cNvPr>
          <p:cNvSpPr>
            <a:spLocks noChangeShapeType="1"/>
          </p:cNvSpPr>
          <p:nvPr/>
        </p:nvSpPr>
        <p:spPr bwMode="auto">
          <a:xfrm>
            <a:off x="5632450" y="4683125"/>
            <a:ext cx="1588" cy="784225"/>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2" name="Line 9">
            <a:extLst>
              <a:ext uri="{FF2B5EF4-FFF2-40B4-BE49-F238E27FC236}">
                <a16:creationId xmlns:a16="http://schemas.microsoft.com/office/drawing/2014/main" xmlns="" id="{D069847F-9FBD-B00E-3CFB-8F63B25EFB56}"/>
              </a:ext>
            </a:extLst>
          </p:cNvPr>
          <p:cNvSpPr>
            <a:spLocks noChangeShapeType="1"/>
          </p:cNvSpPr>
          <p:nvPr/>
        </p:nvSpPr>
        <p:spPr bwMode="auto">
          <a:xfrm>
            <a:off x="6546850" y="4678363"/>
            <a:ext cx="1588" cy="793750"/>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3" name="AutoShape 10">
            <a:extLst>
              <a:ext uri="{FF2B5EF4-FFF2-40B4-BE49-F238E27FC236}">
                <a16:creationId xmlns:a16="http://schemas.microsoft.com/office/drawing/2014/main" xmlns="" id="{4E80E525-50EC-DF79-E9ED-315B10D2A029}"/>
              </a:ext>
            </a:extLst>
          </p:cNvPr>
          <p:cNvSpPr>
            <a:spLocks noChangeArrowheads="1"/>
          </p:cNvSpPr>
          <p:nvPr/>
        </p:nvSpPr>
        <p:spPr bwMode="auto">
          <a:xfrm>
            <a:off x="1182688" y="4217988"/>
            <a:ext cx="725487"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[ 0 ]</a:t>
            </a:r>
          </a:p>
        </p:txBody>
      </p:sp>
      <p:sp>
        <p:nvSpPr>
          <p:cNvPr id="8204" name="AutoShape 11">
            <a:extLst>
              <a:ext uri="{FF2B5EF4-FFF2-40B4-BE49-F238E27FC236}">
                <a16:creationId xmlns:a16="http://schemas.microsoft.com/office/drawing/2014/main" xmlns="" id="{5A4A88D5-2675-54B1-48C2-D1F2E2D00261}"/>
              </a:ext>
            </a:extLst>
          </p:cNvPr>
          <p:cNvSpPr>
            <a:spLocks noChangeArrowheads="1"/>
          </p:cNvSpPr>
          <p:nvPr/>
        </p:nvSpPr>
        <p:spPr bwMode="auto">
          <a:xfrm>
            <a:off x="2043113" y="4217988"/>
            <a:ext cx="725487"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[ 1 ]</a:t>
            </a:r>
          </a:p>
        </p:txBody>
      </p:sp>
      <p:sp>
        <p:nvSpPr>
          <p:cNvPr id="8205" name="AutoShape 12">
            <a:extLst>
              <a:ext uri="{FF2B5EF4-FFF2-40B4-BE49-F238E27FC236}">
                <a16:creationId xmlns:a16="http://schemas.microsoft.com/office/drawing/2014/main" xmlns="" id="{C13FFEE5-AB54-8398-05E1-93AEC5C68CE6}"/>
              </a:ext>
            </a:extLst>
          </p:cNvPr>
          <p:cNvSpPr>
            <a:spLocks noChangeArrowheads="1"/>
          </p:cNvSpPr>
          <p:nvPr/>
        </p:nvSpPr>
        <p:spPr bwMode="auto">
          <a:xfrm>
            <a:off x="2957513" y="4217988"/>
            <a:ext cx="725487"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[ 2 ]</a:t>
            </a:r>
          </a:p>
        </p:txBody>
      </p:sp>
      <p:sp>
        <p:nvSpPr>
          <p:cNvPr id="8206" name="AutoShape 13">
            <a:extLst>
              <a:ext uri="{FF2B5EF4-FFF2-40B4-BE49-F238E27FC236}">
                <a16:creationId xmlns:a16="http://schemas.microsoft.com/office/drawing/2014/main" xmlns="" id="{19BF9EFA-E5E7-C200-DA17-866B2E288449}"/>
              </a:ext>
            </a:extLst>
          </p:cNvPr>
          <p:cNvSpPr>
            <a:spLocks noChangeArrowheads="1"/>
          </p:cNvSpPr>
          <p:nvPr/>
        </p:nvSpPr>
        <p:spPr bwMode="auto">
          <a:xfrm>
            <a:off x="3838575" y="4217988"/>
            <a:ext cx="725488"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[ 3 ]</a:t>
            </a:r>
          </a:p>
        </p:txBody>
      </p:sp>
      <p:sp>
        <p:nvSpPr>
          <p:cNvPr id="8207" name="AutoShape 14">
            <a:extLst>
              <a:ext uri="{FF2B5EF4-FFF2-40B4-BE49-F238E27FC236}">
                <a16:creationId xmlns:a16="http://schemas.microsoft.com/office/drawing/2014/main" xmlns="" id="{80CD6897-175D-1B68-485A-389E3F87061E}"/>
              </a:ext>
            </a:extLst>
          </p:cNvPr>
          <p:cNvSpPr>
            <a:spLocks noChangeArrowheads="1"/>
          </p:cNvSpPr>
          <p:nvPr/>
        </p:nvSpPr>
        <p:spPr bwMode="auto">
          <a:xfrm>
            <a:off x="4752975" y="4217988"/>
            <a:ext cx="725488"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[ 4 ]</a:t>
            </a:r>
          </a:p>
        </p:txBody>
      </p:sp>
      <p:sp>
        <p:nvSpPr>
          <p:cNvPr id="8208" name="AutoShape 15">
            <a:extLst>
              <a:ext uri="{FF2B5EF4-FFF2-40B4-BE49-F238E27FC236}">
                <a16:creationId xmlns:a16="http://schemas.microsoft.com/office/drawing/2014/main" xmlns="" id="{E2E07CFF-AF03-3E15-E35C-B9FBD14748B3}"/>
              </a:ext>
            </a:extLst>
          </p:cNvPr>
          <p:cNvSpPr>
            <a:spLocks noChangeArrowheads="1"/>
          </p:cNvSpPr>
          <p:nvPr/>
        </p:nvSpPr>
        <p:spPr bwMode="auto">
          <a:xfrm>
            <a:off x="5724525" y="4217988"/>
            <a:ext cx="725488"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[ 5 ]</a:t>
            </a:r>
          </a:p>
        </p:txBody>
      </p:sp>
      <p:sp>
        <p:nvSpPr>
          <p:cNvPr id="8209" name="AutoShape 16">
            <a:extLst>
              <a:ext uri="{FF2B5EF4-FFF2-40B4-BE49-F238E27FC236}">
                <a16:creationId xmlns:a16="http://schemas.microsoft.com/office/drawing/2014/main" xmlns="" id="{01ECDEEA-DF5D-07E8-214E-9E0C5CFB0AE2}"/>
              </a:ext>
            </a:extLst>
          </p:cNvPr>
          <p:cNvSpPr>
            <a:spLocks noChangeArrowheads="1"/>
          </p:cNvSpPr>
          <p:nvPr/>
        </p:nvSpPr>
        <p:spPr bwMode="auto">
          <a:xfrm>
            <a:off x="450850" y="5565775"/>
            <a:ext cx="2995613"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An array of records</a:t>
            </a:r>
          </a:p>
        </p:txBody>
      </p:sp>
      <p:sp>
        <p:nvSpPr>
          <p:cNvPr id="8210" name="AutoShape 17">
            <a:extLst>
              <a:ext uri="{FF2B5EF4-FFF2-40B4-BE49-F238E27FC236}">
                <a16:creationId xmlns:a16="http://schemas.microsoft.com/office/drawing/2014/main" xmlns="" id="{0F6BD42C-FE58-F592-F629-125CB9D5DD6D}"/>
              </a:ext>
            </a:extLst>
          </p:cNvPr>
          <p:cNvSpPr>
            <a:spLocks noChangeArrowheads="1"/>
          </p:cNvSpPr>
          <p:nvPr/>
        </p:nvSpPr>
        <p:spPr bwMode="auto">
          <a:xfrm>
            <a:off x="7891463" y="4683125"/>
            <a:ext cx="901700" cy="785813"/>
          </a:xfrm>
          <a:prstGeom prst="roundRect">
            <a:avLst>
              <a:gd name="adj" fmla="val 199"/>
            </a:avLst>
          </a:prstGeom>
          <a:solidFill>
            <a:srgbClr val="808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8211" name="Freeform 18">
            <a:extLst>
              <a:ext uri="{FF2B5EF4-FFF2-40B4-BE49-F238E27FC236}">
                <a16:creationId xmlns:a16="http://schemas.microsoft.com/office/drawing/2014/main" xmlns="" id="{C6CAEEFF-5129-BA4A-6CD7-3EAA5AA4C298}"/>
              </a:ext>
            </a:extLst>
          </p:cNvPr>
          <p:cNvSpPr>
            <a:spLocks noChangeArrowheads="1"/>
          </p:cNvSpPr>
          <p:nvPr/>
        </p:nvSpPr>
        <p:spPr bwMode="auto">
          <a:xfrm>
            <a:off x="6818313" y="3355975"/>
            <a:ext cx="1309687" cy="2830513"/>
          </a:xfrm>
          <a:custGeom>
            <a:avLst/>
            <a:gdLst>
              <a:gd name="T0" fmla="*/ 2147483646 w 3639"/>
              <a:gd name="T1" fmla="*/ 0 h 7864"/>
              <a:gd name="T2" fmla="*/ 0 w 3639"/>
              <a:gd name="T3" fmla="*/ 2147483646 h 7864"/>
              <a:gd name="T4" fmla="*/ 2147483646 w 3639"/>
              <a:gd name="T5" fmla="*/ 2147483646 h 7864"/>
              <a:gd name="T6" fmla="*/ 2147483646 w 3639"/>
              <a:gd name="T7" fmla="*/ 2147483646 h 7864"/>
              <a:gd name="T8" fmla="*/ 2147483646 w 3639"/>
              <a:gd name="T9" fmla="*/ 2147483646 h 7864"/>
              <a:gd name="T10" fmla="*/ 2147483646 w 3639"/>
              <a:gd name="T11" fmla="*/ 2147483646 h 7864"/>
              <a:gd name="T12" fmla="*/ 2147483646 w 3639"/>
              <a:gd name="T13" fmla="*/ 0 h 7864"/>
              <a:gd name="T14" fmla="*/ 0 60000 65536"/>
              <a:gd name="T15" fmla="*/ 0 60000 65536"/>
              <a:gd name="T16" fmla="*/ 0 60000 65536"/>
              <a:gd name="T17" fmla="*/ 0 60000 65536"/>
              <a:gd name="T18" fmla="*/ 0 60000 65536"/>
              <a:gd name="T19" fmla="*/ 0 60000 65536"/>
              <a:gd name="T20" fmla="*/ 0 60000 65536"/>
              <a:gd name="T21" fmla="*/ 0 w 3639"/>
              <a:gd name="T22" fmla="*/ 0 h 7864"/>
              <a:gd name="T23" fmla="*/ 3639 w 3639"/>
              <a:gd name="T24" fmla="*/ 7864 h 78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39" h="7864">
                <a:moveTo>
                  <a:pt x="1473" y="0"/>
                </a:moveTo>
                <a:lnTo>
                  <a:pt x="0" y="4211"/>
                </a:lnTo>
                <a:lnTo>
                  <a:pt x="445" y="4917"/>
                </a:lnTo>
                <a:lnTo>
                  <a:pt x="189" y="5411"/>
                </a:lnTo>
                <a:lnTo>
                  <a:pt x="1067" y="7863"/>
                </a:lnTo>
                <a:lnTo>
                  <a:pt x="3638" y="5146"/>
                </a:lnTo>
                <a:lnTo>
                  <a:pt x="147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12" name="AutoShape 19">
            <a:extLst>
              <a:ext uri="{FF2B5EF4-FFF2-40B4-BE49-F238E27FC236}">
                <a16:creationId xmlns:a16="http://schemas.microsoft.com/office/drawing/2014/main" xmlns="" id="{EA48A990-D23A-0E0D-442E-691E0E6B71DA}"/>
              </a:ext>
            </a:extLst>
          </p:cNvPr>
          <p:cNvSpPr>
            <a:spLocks noChangeArrowheads="1"/>
          </p:cNvSpPr>
          <p:nvPr/>
        </p:nvSpPr>
        <p:spPr bwMode="auto">
          <a:xfrm>
            <a:off x="7132638" y="4846638"/>
            <a:ext cx="608012"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 .</a:t>
            </a:r>
          </a:p>
        </p:txBody>
      </p:sp>
      <p:sp>
        <p:nvSpPr>
          <p:cNvPr id="8213" name="AutoShape 20">
            <a:extLst>
              <a:ext uri="{FF2B5EF4-FFF2-40B4-BE49-F238E27FC236}">
                <a16:creationId xmlns:a16="http://schemas.microsoft.com/office/drawing/2014/main" xmlns="" id="{B5A60EC3-8CD6-D3C7-4604-FAC48A29D69F}"/>
              </a:ext>
            </a:extLst>
          </p:cNvPr>
          <p:cNvSpPr>
            <a:spLocks noChangeArrowheads="1"/>
          </p:cNvSpPr>
          <p:nvPr/>
        </p:nvSpPr>
        <p:spPr bwMode="auto">
          <a:xfrm>
            <a:off x="8047038" y="4221163"/>
            <a:ext cx="981075"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[ 700]</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
            <a:extLst>
              <a:ext uri="{FF2B5EF4-FFF2-40B4-BE49-F238E27FC236}">
                <a16:creationId xmlns:a16="http://schemas.microsoft.com/office/drawing/2014/main" xmlns="" id="{295902F6-5D8A-23EB-76BC-0493959A2696}"/>
              </a:ext>
            </a:extLst>
          </p:cNvPr>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t>What is a Hash Table ?</a:t>
            </a:r>
          </a:p>
        </p:txBody>
      </p:sp>
      <p:sp>
        <p:nvSpPr>
          <p:cNvPr id="10243" name="Rectangle 2">
            <a:extLst>
              <a:ext uri="{FF2B5EF4-FFF2-40B4-BE49-F238E27FC236}">
                <a16:creationId xmlns:a16="http://schemas.microsoft.com/office/drawing/2014/main" xmlns="" id="{CAC01CE1-D77B-ECCF-03EA-939E8596FB7B}"/>
              </a:ext>
            </a:extLst>
          </p:cNvPr>
          <p:cNvSpPr>
            <a:spLocks noGrp="1" noChangeArrowheads="1"/>
          </p:cNvSpPr>
          <p:nvPr>
            <p:ph type="body" idx="1"/>
          </p:nvPr>
        </p:nvSpPr>
        <p:spPr>
          <a:xfrm>
            <a:off x="685800" y="1774825"/>
            <a:ext cx="4525963" cy="2552700"/>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a:t>Each record has a special field, called its key.</a:t>
            </a:r>
          </a:p>
          <a:p>
            <a:pPr>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a:t>In this example, the key is a long integer field called </a:t>
            </a:r>
            <a:r>
              <a:rPr lang="en-GB" altLang="en-US" sz="2400"/>
              <a:t>Number</a:t>
            </a:r>
            <a:r>
              <a:rPr lang="en-GB" altLang="en-US"/>
              <a:t>.</a:t>
            </a:r>
          </a:p>
        </p:txBody>
      </p:sp>
      <p:sp>
        <p:nvSpPr>
          <p:cNvPr id="10244" name="AutoShape 3">
            <a:extLst>
              <a:ext uri="{FF2B5EF4-FFF2-40B4-BE49-F238E27FC236}">
                <a16:creationId xmlns:a16="http://schemas.microsoft.com/office/drawing/2014/main" xmlns="" id="{A487E80A-512A-BD11-EF81-33A09836DD20}"/>
              </a:ext>
            </a:extLst>
          </p:cNvPr>
          <p:cNvSpPr>
            <a:spLocks noChangeArrowheads="1"/>
          </p:cNvSpPr>
          <p:nvPr/>
        </p:nvSpPr>
        <p:spPr bwMode="auto">
          <a:xfrm>
            <a:off x="1062038" y="4683125"/>
            <a:ext cx="6046787" cy="785813"/>
          </a:xfrm>
          <a:prstGeom prst="roundRect">
            <a:avLst>
              <a:gd name="adj" fmla="val 199"/>
            </a:avLst>
          </a:prstGeom>
          <a:solidFill>
            <a:srgbClr val="808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10245" name="Line 4">
            <a:extLst>
              <a:ext uri="{FF2B5EF4-FFF2-40B4-BE49-F238E27FC236}">
                <a16:creationId xmlns:a16="http://schemas.microsoft.com/office/drawing/2014/main" xmlns="" id="{8B679B80-E412-2979-E121-9B3E2E96FEB7}"/>
              </a:ext>
            </a:extLst>
          </p:cNvPr>
          <p:cNvSpPr>
            <a:spLocks noChangeShapeType="1"/>
          </p:cNvSpPr>
          <p:nvPr/>
        </p:nvSpPr>
        <p:spPr bwMode="auto">
          <a:xfrm>
            <a:off x="1974850" y="4679950"/>
            <a:ext cx="1588" cy="792163"/>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6" name="Line 5">
            <a:extLst>
              <a:ext uri="{FF2B5EF4-FFF2-40B4-BE49-F238E27FC236}">
                <a16:creationId xmlns:a16="http://schemas.microsoft.com/office/drawing/2014/main" xmlns="" id="{076B63ED-4723-5C9E-9A0D-668701576529}"/>
              </a:ext>
            </a:extLst>
          </p:cNvPr>
          <p:cNvSpPr>
            <a:spLocks noChangeShapeType="1"/>
          </p:cNvSpPr>
          <p:nvPr/>
        </p:nvSpPr>
        <p:spPr bwMode="auto">
          <a:xfrm>
            <a:off x="2889250" y="4679950"/>
            <a:ext cx="1588" cy="792163"/>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7" name="Line 6">
            <a:extLst>
              <a:ext uri="{FF2B5EF4-FFF2-40B4-BE49-F238E27FC236}">
                <a16:creationId xmlns:a16="http://schemas.microsoft.com/office/drawing/2014/main" xmlns="" id="{5CEC8AF9-D9A9-0EEB-4BF7-74D96C164BFE}"/>
              </a:ext>
            </a:extLst>
          </p:cNvPr>
          <p:cNvSpPr>
            <a:spLocks noChangeShapeType="1"/>
          </p:cNvSpPr>
          <p:nvPr/>
        </p:nvSpPr>
        <p:spPr bwMode="auto">
          <a:xfrm>
            <a:off x="3802063" y="4679950"/>
            <a:ext cx="1587" cy="792163"/>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8" name="Line 7">
            <a:extLst>
              <a:ext uri="{FF2B5EF4-FFF2-40B4-BE49-F238E27FC236}">
                <a16:creationId xmlns:a16="http://schemas.microsoft.com/office/drawing/2014/main" xmlns="" id="{E8C01242-9D15-A48B-1858-C082C9554E99}"/>
              </a:ext>
            </a:extLst>
          </p:cNvPr>
          <p:cNvSpPr>
            <a:spLocks noChangeShapeType="1"/>
          </p:cNvSpPr>
          <p:nvPr/>
        </p:nvSpPr>
        <p:spPr bwMode="auto">
          <a:xfrm>
            <a:off x="4718050" y="4683125"/>
            <a:ext cx="1588" cy="784225"/>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9" name="Line 8">
            <a:extLst>
              <a:ext uri="{FF2B5EF4-FFF2-40B4-BE49-F238E27FC236}">
                <a16:creationId xmlns:a16="http://schemas.microsoft.com/office/drawing/2014/main" xmlns="" id="{EEBF1269-7E37-82CD-1C82-671AC1881FEC}"/>
              </a:ext>
            </a:extLst>
          </p:cNvPr>
          <p:cNvSpPr>
            <a:spLocks noChangeShapeType="1"/>
          </p:cNvSpPr>
          <p:nvPr/>
        </p:nvSpPr>
        <p:spPr bwMode="auto">
          <a:xfrm>
            <a:off x="5632450" y="4683125"/>
            <a:ext cx="1588" cy="784225"/>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50" name="Line 9">
            <a:extLst>
              <a:ext uri="{FF2B5EF4-FFF2-40B4-BE49-F238E27FC236}">
                <a16:creationId xmlns:a16="http://schemas.microsoft.com/office/drawing/2014/main" xmlns="" id="{BAEE808F-43E9-DF65-1040-C784A1F82D54}"/>
              </a:ext>
            </a:extLst>
          </p:cNvPr>
          <p:cNvSpPr>
            <a:spLocks noChangeShapeType="1"/>
          </p:cNvSpPr>
          <p:nvPr/>
        </p:nvSpPr>
        <p:spPr bwMode="auto">
          <a:xfrm>
            <a:off x="6546850" y="4678363"/>
            <a:ext cx="1588" cy="793750"/>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51" name="AutoShape 10">
            <a:extLst>
              <a:ext uri="{FF2B5EF4-FFF2-40B4-BE49-F238E27FC236}">
                <a16:creationId xmlns:a16="http://schemas.microsoft.com/office/drawing/2014/main" xmlns="" id="{45AE95B0-7819-B617-5F3F-BFD39AAA1023}"/>
              </a:ext>
            </a:extLst>
          </p:cNvPr>
          <p:cNvSpPr>
            <a:spLocks noChangeArrowheads="1"/>
          </p:cNvSpPr>
          <p:nvPr/>
        </p:nvSpPr>
        <p:spPr bwMode="auto">
          <a:xfrm>
            <a:off x="1182688" y="4217988"/>
            <a:ext cx="725487"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[ 0 ]</a:t>
            </a:r>
          </a:p>
        </p:txBody>
      </p:sp>
      <p:sp>
        <p:nvSpPr>
          <p:cNvPr id="10252" name="AutoShape 11">
            <a:extLst>
              <a:ext uri="{FF2B5EF4-FFF2-40B4-BE49-F238E27FC236}">
                <a16:creationId xmlns:a16="http://schemas.microsoft.com/office/drawing/2014/main" xmlns="" id="{649EBCF4-F829-9098-2D52-BA01DB97F80F}"/>
              </a:ext>
            </a:extLst>
          </p:cNvPr>
          <p:cNvSpPr>
            <a:spLocks noChangeArrowheads="1"/>
          </p:cNvSpPr>
          <p:nvPr/>
        </p:nvSpPr>
        <p:spPr bwMode="auto">
          <a:xfrm>
            <a:off x="2043113" y="4217988"/>
            <a:ext cx="725487"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[ 1 ]</a:t>
            </a:r>
          </a:p>
        </p:txBody>
      </p:sp>
      <p:sp>
        <p:nvSpPr>
          <p:cNvPr id="10253" name="AutoShape 12">
            <a:extLst>
              <a:ext uri="{FF2B5EF4-FFF2-40B4-BE49-F238E27FC236}">
                <a16:creationId xmlns:a16="http://schemas.microsoft.com/office/drawing/2014/main" xmlns="" id="{E690F985-1E98-EAC2-C1DE-382E048BA137}"/>
              </a:ext>
            </a:extLst>
          </p:cNvPr>
          <p:cNvSpPr>
            <a:spLocks noChangeArrowheads="1"/>
          </p:cNvSpPr>
          <p:nvPr/>
        </p:nvSpPr>
        <p:spPr bwMode="auto">
          <a:xfrm>
            <a:off x="2957513" y="4217988"/>
            <a:ext cx="725487"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[ 2 ]</a:t>
            </a:r>
          </a:p>
        </p:txBody>
      </p:sp>
      <p:sp>
        <p:nvSpPr>
          <p:cNvPr id="10254" name="AutoShape 13">
            <a:extLst>
              <a:ext uri="{FF2B5EF4-FFF2-40B4-BE49-F238E27FC236}">
                <a16:creationId xmlns:a16="http://schemas.microsoft.com/office/drawing/2014/main" xmlns="" id="{40CF92F3-F853-9270-5AE5-A2777726848F}"/>
              </a:ext>
            </a:extLst>
          </p:cNvPr>
          <p:cNvSpPr>
            <a:spLocks noChangeArrowheads="1"/>
          </p:cNvSpPr>
          <p:nvPr/>
        </p:nvSpPr>
        <p:spPr bwMode="auto">
          <a:xfrm>
            <a:off x="3838575" y="4217988"/>
            <a:ext cx="725488"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[ 3 ]</a:t>
            </a:r>
          </a:p>
        </p:txBody>
      </p:sp>
      <p:sp>
        <p:nvSpPr>
          <p:cNvPr id="10255" name="AutoShape 14">
            <a:extLst>
              <a:ext uri="{FF2B5EF4-FFF2-40B4-BE49-F238E27FC236}">
                <a16:creationId xmlns:a16="http://schemas.microsoft.com/office/drawing/2014/main" xmlns="" id="{C7B6E9BC-7015-D0A5-989C-3985AAAACB52}"/>
              </a:ext>
            </a:extLst>
          </p:cNvPr>
          <p:cNvSpPr>
            <a:spLocks noChangeArrowheads="1"/>
          </p:cNvSpPr>
          <p:nvPr/>
        </p:nvSpPr>
        <p:spPr bwMode="auto">
          <a:xfrm>
            <a:off x="4752975" y="4217988"/>
            <a:ext cx="725488"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[ 4 ]</a:t>
            </a:r>
          </a:p>
        </p:txBody>
      </p:sp>
      <p:sp>
        <p:nvSpPr>
          <p:cNvPr id="10256" name="AutoShape 15">
            <a:extLst>
              <a:ext uri="{FF2B5EF4-FFF2-40B4-BE49-F238E27FC236}">
                <a16:creationId xmlns:a16="http://schemas.microsoft.com/office/drawing/2014/main" xmlns="" id="{A2E28ADA-CB87-1098-0E8F-A619310D6AAB}"/>
              </a:ext>
            </a:extLst>
          </p:cNvPr>
          <p:cNvSpPr>
            <a:spLocks noChangeArrowheads="1"/>
          </p:cNvSpPr>
          <p:nvPr/>
        </p:nvSpPr>
        <p:spPr bwMode="auto">
          <a:xfrm>
            <a:off x="5724525" y="4217988"/>
            <a:ext cx="725488"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[ 5 ]</a:t>
            </a:r>
          </a:p>
        </p:txBody>
      </p:sp>
      <p:sp>
        <p:nvSpPr>
          <p:cNvPr id="10257" name="AutoShape 16">
            <a:extLst>
              <a:ext uri="{FF2B5EF4-FFF2-40B4-BE49-F238E27FC236}">
                <a16:creationId xmlns:a16="http://schemas.microsoft.com/office/drawing/2014/main" xmlns="" id="{218705C2-128D-8AA2-58BA-3EE8D727E6B8}"/>
              </a:ext>
            </a:extLst>
          </p:cNvPr>
          <p:cNvSpPr>
            <a:spLocks noChangeArrowheads="1"/>
          </p:cNvSpPr>
          <p:nvPr/>
        </p:nvSpPr>
        <p:spPr bwMode="auto">
          <a:xfrm>
            <a:off x="7891463" y="4683125"/>
            <a:ext cx="901700" cy="785813"/>
          </a:xfrm>
          <a:prstGeom prst="roundRect">
            <a:avLst>
              <a:gd name="adj" fmla="val 199"/>
            </a:avLst>
          </a:prstGeom>
          <a:solidFill>
            <a:srgbClr val="808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10258" name="Freeform 17">
            <a:extLst>
              <a:ext uri="{FF2B5EF4-FFF2-40B4-BE49-F238E27FC236}">
                <a16:creationId xmlns:a16="http://schemas.microsoft.com/office/drawing/2014/main" xmlns="" id="{5D2A2221-A6D4-6A38-D4C8-C4CFCED261E1}"/>
              </a:ext>
            </a:extLst>
          </p:cNvPr>
          <p:cNvSpPr>
            <a:spLocks noChangeArrowheads="1"/>
          </p:cNvSpPr>
          <p:nvPr/>
        </p:nvSpPr>
        <p:spPr bwMode="auto">
          <a:xfrm>
            <a:off x="6818313" y="3355975"/>
            <a:ext cx="1309687" cy="2830513"/>
          </a:xfrm>
          <a:custGeom>
            <a:avLst/>
            <a:gdLst>
              <a:gd name="T0" fmla="*/ 2147483646 w 3639"/>
              <a:gd name="T1" fmla="*/ 0 h 7864"/>
              <a:gd name="T2" fmla="*/ 0 w 3639"/>
              <a:gd name="T3" fmla="*/ 2147483646 h 7864"/>
              <a:gd name="T4" fmla="*/ 2147483646 w 3639"/>
              <a:gd name="T5" fmla="*/ 2147483646 h 7864"/>
              <a:gd name="T6" fmla="*/ 2147483646 w 3639"/>
              <a:gd name="T7" fmla="*/ 2147483646 h 7864"/>
              <a:gd name="T8" fmla="*/ 2147483646 w 3639"/>
              <a:gd name="T9" fmla="*/ 2147483646 h 7864"/>
              <a:gd name="T10" fmla="*/ 2147483646 w 3639"/>
              <a:gd name="T11" fmla="*/ 2147483646 h 7864"/>
              <a:gd name="T12" fmla="*/ 2147483646 w 3639"/>
              <a:gd name="T13" fmla="*/ 0 h 7864"/>
              <a:gd name="T14" fmla="*/ 0 60000 65536"/>
              <a:gd name="T15" fmla="*/ 0 60000 65536"/>
              <a:gd name="T16" fmla="*/ 0 60000 65536"/>
              <a:gd name="T17" fmla="*/ 0 60000 65536"/>
              <a:gd name="T18" fmla="*/ 0 60000 65536"/>
              <a:gd name="T19" fmla="*/ 0 60000 65536"/>
              <a:gd name="T20" fmla="*/ 0 60000 65536"/>
              <a:gd name="T21" fmla="*/ 0 w 3639"/>
              <a:gd name="T22" fmla="*/ 0 h 7864"/>
              <a:gd name="T23" fmla="*/ 3639 w 3639"/>
              <a:gd name="T24" fmla="*/ 7864 h 78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39" h="7864">
                <a:moveTo>
                  <a:pt x="1473" y="0"/>
                </a:moveTo>
                <a:lnTo>
                  <a:pt x="0" y="4211"/>
                </a:lnTo>
                <a:lnTo>
                  <a:pt x="445" y="4917"/>
                </a:lnTo>
                <a:lnTo>
                  <a:pt x="189" y="5411"/>
                </a:lnTo>
                <a:lnTo>
                  <a:pt x="1067" y="7863"/>
                </a:lnTo>
                <a:lnTo>
                  <a:pt x="3638" y="5146"/>
                </a:lnTo>
                <a:lnTo>
                  <a:pt x="147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59" name="AutoShape 18">
            <a:extLst>
              <a:ext uri="{FF2B5EF4-FFF2-40B4-BE49-F238E27FC236}">
                <a16:creationId xmlns:a16="http://schemas.microsoft.com/office/drawing/2014/main" xmlns="" id="{5787D738-CF65-2DE5-88A1-14DF3C886C20}"/>
              </a:ext>
            </a:extLst>
          </p:cNvPr>
          <p:cNvSpPr>
            <a:spLocks noChangeArrowheads="1"/>
          </p:cNvSpPr>
          <p:nvPr/>
        </p:nvSpPr>
        <p:spPr bwMode="auto">
          <a:xfrm>
            <a:off x="7132638" y="4846638"/>
            <a:ext cx="608012"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 .</a:t>
            </a:r>
          </a:p>
        </p:txBody>
      </p:sp>
      <p:sp>
        <p:nvSpPr>
          <p:cNvPr id="10260" name="AutoShape 19">
            <a:extLst>
              <a:ext uri="{FF2B5EF4-FFF2-40B4-BE49-F238E27FC236}">
                <a16:creationId xmlns:a16="http://schemas.microsoft.com/office/drawing/2014/main" xmlns="" id="{4CA6AE73-83B9-34B0-2FE8-56ABA2AEFA13}"/>
              </a:ext>
            </a:extLst>
          </p:cNvPr>
          <p:cNvSpPr>
            <a:spLocks noChangeArrowheads="1"/>
          </p:cNvSpPr>
          <p:nvPr/>
        </p:nvSpPr>
        <p:spPr bwMode="auto">
          <a:xfrm>
            <a:off x="8047038" y="4221163"/>
            <a:ext cx="981075"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[ 700]</a:t>
            </a:r>
          </a:p>
        </p:txBody>
      </p:sp>
      <p:sp>
        <p:nvSpPr>
          <p:cNvPr id="10261" name="AutoShape 20">
            <a:extLst>
              <a:ext uri="{FF2B5EF4-FFF2-40B4-BE49-F238E27FC236}">
                <a16:creationId xmlns:a16="http://schemas.microsoft.com/office/drawing/2014/main" xmlns="" id="{4D0776D5-CD8E-1F56-2AF3-019867FE7506}"/>
              </a:ext>
            </a:extLst>
          </p:cNvPr>
          <p:cNvSpPr>
            <a:spLocks noChangeArrowheads="1"/>
          </p:cNvSpPr>
          <p:nvPr/>
        </p:nvSpPr>
        <p:spPr bwMode="auto">
          <a:xfrm>
            <a:off x="6029325" y="912813"/>
            <a:ext cx="2589213" cy="2474912"/>
          </a:xfrm>
          <a:prstGeom prst="roundRect">
            <a:avLst>
              <a:gd name="adj" fmla="val 60"/>
            </a:avLst>
          </a:prstGeom>
          <a:solidFill>
            <a:srgbClr val="808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10262" name="Freeform 21">
            <a:extLst>
              <a:ext uri="{FF2B5EF4-FFF2-40B4-BE49-F238E27FC236}">
                <a16:creationId xmlns:a16="http://schemas.microsoft.com/office/drawing/2014/main" xmlns="" id="{CA7ADDF0-A71C-360A-9016-A7B5D1B04907}"/>
              </a:ext>
            </a:extLst>
          </p:cNvPr>
          <p:cNvSpPr>
            <a:spLocks noChangeArrowheads="1"/>
          </p:cNvSpPr>
          <p:nvPr/>
        </p:nvSpPr>
        <p:spPr bwMode="auto">
          <a:xfrm>
            <a:off x="4724400" y="914400"/>
            <a:ext cx="1295400" cy="4572000"/>
          </a:xfrm>
          <a:custGeom>
            <a:avLst/>
            <a:gdLst>
              <a:gd name="T0" fmla="*/ 0 w 3600"/>
              <a:gd name="T1" fmla="*/ 2147483646 h 12701"/>
              <a:gd name="T2" fmla="*/ 2147483646 w 3600"/>
              <a:gd name="T3" fmla="*/ 0 h 12701"/>
              <a:gd name="T4" fmla="*/ 2147483646 w 3600"/>
              <a:gd name="T5" fmla="*/ 2147483646 h 12701"/>
              <a:gd name="T6" fmla="*/ 0 w 3600"/>
              <a:gd name="T7" fmla="*/ 2147483646 h 12701"/>
              <a:gd name="T8" fmla="*/ 0 w 3600"/>
              <a:gd name="T9" fmla="*/ 2147483646 h 12701"/>
              <a:gd name="T10" fmla="*/ 0 60000 65536"/>
              <a:gd name="T11" fmla="*/ 0 60000 65536"/>
              <a:gd name="T12" fmla="*/ 0 60000 65536"/>
              <a:gd name="T13" fmla="*/ 0 60000 65536"/>
              <a:gd name="T14" fmla="*/ 0 60000 65536"/>
              <a:gd name="T15" fmla="*/ 0 w 3600"/>
              <a:gd name="T16" fmla="*/ 0 h 12701"/>
              <a:gd name="T17" fmla="*/ 3600 w 3600"/>
              <a:gd name="T18" fmla="*/ 12701 h 12701"/>
            </a:gdLst>
            <a:ahLst/>
            <a:cxnLst>
              <a:cxn ang="T10">
                <a:pos x="T0" y="T1"/>
              </a:cxn>
              <a:cxn ang="T11">
                <a:pos x="T2" y="T3"/>
              </a:cxn>
              <a:cxn ang="T12">
                <a:pos x="T4" y="T5"/>
              </a:cxn>
              <a:cxn ang="T13">
                <a:pos x="T6" y="T7"/>
              </a:cxn>
              <a:cxn ang="T14">
                <a:pos x="T8" y="T9"/>
              </a:cxn>
            </a:cxnLst>
            <a:rect l="T15" t="T16" r="T17" b="T18"/>
            <a:pathLst>
              <a:path w="3600" h="12701">
                <a:moveTo>
                  <a:pt x="0" y="10372"/>
                </a:moveTo>
                <a:lnTo>
                  <a:pt x="3599" y="0"/>
                </a:lnTo>
                <a:lnTo>
                  <a:pt x="3599" y="6985"/>
                </a:lnTo>
                <a:lnTo>
                  <a:pt x="0" y="12700"/>
                </a:lnTo>
                <a:lnTo>
                  <a:pt x="0" y="10372"/>
                </a:lnTo>
              </a:path>
            </a:pathLst>
          </a:custGeom>
          <a:gradFill rotWithShape="0">
            <a:gsLst>
              <a:gs pos="0">
                <a:srgbClr val="8080FF"/>
              </a:gs>
              <a:gs pos="100000">
                <a:srgbClr val="26264B"/>
              </a:gs>
            </a:gsLst>
            <a:lin ang="5400000" scaled="1"/>
          </a:gradFill>
          <a:ln w="12600">
            <a:solidFill>
              <a:srgbClr val="E0E0E0"/>
            </a:solidFill>
            <a:round/>
            <a:headEnd/>
            <a:tailEnd/>
          </a:ln>
        </p:spPr>
        <p:txBody>
          <a:bodyPr wrap="none" anchor="ctr"/>
          <a:lstStyle/>
          <a:p>
            <a:endParaRPr lang="en-US"/>
          </a:p>
        </p:txBody>
      </p:sp>
      <p:sp>
        <p:nvSpPr>
          <p:cNvPr id="10263" name="Freeform 22">
            <a:extLst>
              <a:ext uri="{FF2B5EF4-FFF2-40B4-BE49-F238E27FC236}">
                <a16:creationId xmlns:a16="http://schemas.microsoft.com/office/drawing/2014/main" xmlns="" id="{E828AF65-620C-3683-94A6-4F63B4E7543D}"/>
              </a:ext>
            </a:extLst>
          </p:cNvPr>
          <p:cNvSpPr>
            <a:spLocks noChangeArrowheads="1"/>
          </p:cNvSpPr>
          <p:nvPr/>
        </p:nvSpPr>
        <p:spPr bwMode="auto">
          <a:xfrm>
            <a:off x="4724400" y="3386138"/>
            <a:ext cx="3910013" cy="2100262"/>
          </a:xfrm>
          <a:custGeom>
            <a:avLst/>
            <a:gdLst>
              <a:gd name="T0" fmla="*/ 0 w 10863"/>
              <a:gd name="T1" fmla="*/ 2147483646 h 5835"/>
              <a:gd name="T2" fmla="*/ 2147483646 w 10863"/>
              <a:gd name="T3" fmla="*/ 0 h 5835"/>
              <a:gd name="T4" fmla="*/ 2147483646 w 10863"/>
              <a:gd name="T5" fmla="*/ 0 h 5835"/>
              <a:gd name="T6" fmla="*/ 2147483646 w 10863"/>
              <a:gd name="T7" fmla="*/ 2147483646 h 5835"/>
              <a:gd name="T8" fmla="*/ 0 w 10863"/>
              <a:gd name="T9" fmla="*/ 2147483646 h 5835"/>
              <a:gd name="T10" fmla="*/ 0 60000 65536"/>
              <a:gd name="T11" fmla="*/ 0 60000 65536"/>
              <a:gd name="T12" fmla="*/ 0 60000 65536"/>
              <a:gd name="T13" fmla="*/ 0 60000 65536"/>
              <a:gd name="T14" fmla="*/ 0 60000 65536"/>
              <a:gd name="T15" fmla="*/ 0 w 10863"/>
              <a:gd name="T16" fmla="*/ 0 h 5835"/>
              <a:gd name="T17" fmla="*/ 10863 w 10863"/>
              <a:gd name="T18" fmla="*/ 5835 h 5835"/>
            </a:gdLst>
            <a:ahLst/>
            <a:cxnLst>
              <a:cxn ang="T10">
                <a:pos x="T0" y="T1"/>
              </a:cxn>
              <a:cxn ang="T11">
                <a:pos x="T2" y="T3"/>
              </a:cxn>
              <a:cxn ang="T12">
                <a:pos x="T4" y="T5"/>
              </a:cxn>
              <a:cxn ang="T13">
                <a:pos x="T6" y="T7"/>
              </a:cxn>
              <a:cxn ang="T14">
                <a:pos x="T8" y="T9"/>
              </a:cxn>
            </a:cxnLst>
            <a:rect l="T15" t="T16" r="T17" b="T18"/>
            <a:pathLst>
              <a:path w="10863" h="5835">
                <a:moveTo>
                  <a:pt x="0" y="5834"/>
                </a:moveTo>
                <a:lnTo>
                  <a:pt x="3629" y="0"/>
                </a:lnTo>
                <a:lnTo>
                  <a:pt x="10862" y="0"/>
                </a:lnTo>
                <a:lnTo>
                  <a:pt x="2540" y="5834"/>
                </a:lnTo>
                <a:lnTo>
                  <a:pt x="0" y="5834"/>
                </a:lnTo>
              </a:path>
            </a:pathLst>
          </a:custGeom>
          <a:gradFill rotWithShape="0">
            <a:gsLst>
              <a:gs pos="0">
                <a:srgbClr val="8080FF"/>
              </a:gs>
              <a:gs pos="100000">
                <a:srgbClr val="26264B"/>
              </a:gs>
            </a:gsLst>
            <a:lin ang="8100000" scaled="1"/>
          </a:gradFill>
          <a:ln w="12600">
            <a:solidFill>
              <a:srgbClr val="E0E0E0"/>
            </a:solidFill>
            <a:round/>
            <a:headEnd/>
            <a:tailEnd/>
          </a:ln>
        </p:spPr>
        <p:txBody>
          <a:bodyPr wrap="none" anchor="ctr"/>
          <a:lstStyle/>
          <a:p>
            <a:endParaRPr lang="en-US"/>
          </a:p>
        </p:txBody>
      </p:sp>
      <p:sp>
        <p:nvSpPr>
          <p:cNvPr id="10264" name="AutoShape 23">
            <a:extLst>
              <a:ext uri="{FF2B5EF4-FFF2-40B4-BE49-F238E27FC236}">
                <a16:creationId xmlns:a16="http://schemas.microsoft.com/office/drawing/2014/main" xmlns="" id="{21166784-0B47-7B24-04A0-D2AAEFE7F4F3}"/>
              </a:ext>
            </a:extLst>
          </p:cNvPr>
          <p:cNvSpPr>
            <a:spLocks noChangeArrowheads="1"/>
          </p:cNvSpPr>
          <p:nvPr/>
        </p:nvSpPr>
        <p:spPr bwMode="auto">
          <a:xfrm>
            <a:off x="6900863" y="460375"/>
            <a:ext cx="696912" cy="433388"/>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[ 4 ]</a:t>
            </a:r>
          </a:p>
        </p:txBody>
      </p:sp>
      <p:sp>
        <p:nvSpPr>
          <p:cNvPr id="10265" name="AutoShape 24">
            <a:extLst>
              <a:ext uri="{FF2B5EF4-FFF2-40B4-BE49-F238E27FC236}">
                <a16:creationId xmlns:a16="http://schemas.microsoft.com/office/drawing/2014/main" xmlns="" id="{C0434131-0800-5AD9-25BE-EDB93D0CFC2C}"/>
              </a:ext>
            </a:extLst>
          </p:cNvPr>
          <p:cNvSpPr>
            <a:spLocks noChangeArrowheads="1"/>
          </p:cNvSpPr>
          <p:nvPr/>
        </p:nvSpPr>
        <p:spPr bwMode="auto">
          <a:xfrm>
            <a:off x="6156325" y="1103313"/>
            <a:ext cx="2503488" cy="433387"/>
          </a:xfrm>
          <a:prstGeom prst="roundRect">
            <a:avLst>
              <a:gd name="adj" fmla="val 4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Number    </a:t>
            </a:r>
            <a:r>
              <a:rPr lang="en-GB" altLang="en-US" sz="1600" b="1">
                <a:latin typeface="Times New Roman" panose="02020603050405020304" pitchFamily="18" charset="0"/>
              </a:rPr>
              <a:t>506643548</a:t>
            </a:r>
          </a:p>
        </p:txBody>
      </p:sp>
    </p:spTree>
  </p:cSld>
  <p:clrMapOvr>
    <a:masterClrMapping/>
  </p:clrMapOvr>
  <p:transition>
    <p:strips dir="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a:extLst>
              <a:ext uri="{FF2B5EF4-FFF2-40B4-BE49-F238E27FC236}">
                <a16:creationId xmlns:a16="http://schemas.microsoft.com/office/drawing/2014/main" xmlns="" id="{05447E4A-7AB1-463C-08D1-D624FA0EF9CC}"/>
              </a:ext>
            </a:extLst>
          </p:cNvPr>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t>What is a Hash Table ?</a:t>
            </a:r>
          </a:p>
        </p:txBody>
      </p:sp>
      <p:sp>
        <p:nvSpPr>
          <p:cNvPr id="12291" name="Rectangle 2">
            <a:extLst>
              <a:ext uri="{FF2B5EF4-FFF2-40B4-BE49-F238E27FC236}">
                <a16:creationId xmlns:a16="http://schemas.microsoft.com/office/drawing/2014/main" xmlns="" id="{960463B1-E203-941E-5F56-5A05EC21B25C}"/>
              </a:ext>
            </a:extLst>
          </p:cNvPr>
          <p:cNvSpPr>
            <a:spLocks noGrp="1" noChangeArrowheads="1"/>
          </p:cNvSpPr>
          <p:nvPr>
            <p:ph type="body" idx="1"/>
          </p:nvPr>
        </p:nvSpPr>
        <p:spPr>
          <a:xfrm>
            <a:off x="685800" y="1774825"/>
            <a:ext cx="4525963" cy="4114800"/>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a:t>The number might be a person's identification number, and the rest of the record has information about the person.</a:t>
            </a:r>
          </a:p>
        </p:txBody>
      </p:sp>
      <p:sp>
        <p:nvSpPr>
          <p:cNvPr id="12292" name="AutoShape 3">
            <a:extLst>
              <a:ext uri="{FF2B5EF4-FFF2-40B4-BE49-F238E27FC236}">
                <a16:creationId xmlns:a16="http://schemas.microsoft.com/office/drawing/2014/main" xmlns="" id="{7BFB183E-2169-0270-4736-F74903CDF686}"/>
              </a:ext>
            </a:extLst>
          </p:cNvPr>
          <p:cNvSpPr>
            <a:spLocks noChangeArrowheads="1"/>
          </p:cNvSpPr>
          <p:nvPr/>
        </p:nvSpPr>
        <p:spPr bwMode="auto">
          <a:xfrm>
            <a:off x="1062038" y="4683125"/>
            <a:ext cx="6046787" cy="785813"/>
          </a:xfrm>
          <a:prstGeom prst="roundRect">
            <a:avLst>
              <a:gd name="adj" fmla="val 199"/>
            </a:avLst>
          </a:prstGeom>
          <a:solidFill>
            <a:srgbClr val="808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12293" name="Line 4">
            <a:extLst>
              <a:ext uri="{FF2B5EF4-FFF2-40B4-BE49-F238E27FC236}">
                <a16:creationId xmlns:a16="http://schemas.microsoft.com/office/drawing/2014/main" xmlns="" id="{F2458FDA-3EF4-516D-0DED-AD524C5018B4}"/>
              </a:ext>
            </a:extLst>
          </p:cNvPr>
          <p:cNvSpPr>
            <a:spLocks noChangeShapeType="1"/>
          </p:cNvSpPr>
          <p:nvPr/>
        </p:nvSpPr>
        <p:spPr bwMode="auto">
          <a:xfrm>
            <a:off x="1974850" y="4679950"/>
            <a:ext cx="1588" cy="792163"/>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4" name="Line 5">
            <a:extLst>
              <a:ext uri="{FF2B5EF4-FFF2-40B4-BE49-F238E27FC236}">
                <a16:creationId xmlns:a16="http://schemas.microsoft.com/office/drawing/2014/main" xmlns="" id="{3219F567-F5EB-D78C-00E1-C48FD2A54931}"/>
              </a:ext>
            </a:extLst>
          </p:cNvPr>
          <p:cNvSpPr>
            <a:spLocks noChangeShapeType="1"/>
          </p:cNvSpPr>
          <p:nvPr/>
        </p:nvSpPr>
        <p:spPr bwMode="auto">
          <a:xfrm>
            <a:off x="2889250" y="4679950"/>
            <a:ext cx="1588" cy="792163"/>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5" name="Line 6">
            <a:extLst>
              <a:ext uri="{FF2B5EF4-FFF2-40B4-BE49-F238E27FC236}">
                <a16:creationId xmlns:a16="http://schemas.microsoft.com/office/drawing/2014/main" xmlns="" id="{992272D0-BE3D-BFBF-0E4A-DA5B3E5BD93C}"/>
              </a:ext>
            </a:extLst>
          </p:cNvPr>
          <p:cNvSpPr>
            <a:spLocks noChangeShapeType="1"/>
          </p:cNvSpPr>
          <p:nvPr/>
        </p:nvSpPr>
        <p:spPr bwMode="auto">
          <a:xfrm>
            <a:off x="3802063" y="4679950"/>
            <a:ext cx="1587" cy="792163"/>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6" name="Line 7">
            <a:extLst>
              <a:ext uri="{FF2B5EF4-FFF2-40B4-BE49-F238E27FC236}">
                <a16:creationId xmlns:a16="http://schemas.microsoft.com/office/drawing/2014/main" xmlns="" id="{6CA0108F-14F9-8E7E-1517-DB65A269C613}"/>
              </a:ext>
            </a:extLst>
          </p:cNvPr>
          <p:cNvSpPr>
            <a:spLocks noChangeShapeType="1"/>
          </p:cNvSpPr>
          <p:nvPr/>
        </p:nvSpPr>
        <p:spPr bwMode="auto">
          <a:xfrm>
            <a:off x="4718050" y="4683125"/>
            <a:ext cx="1588" cy="784225"/>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7" name="Line 8">
            <a:extLst>
              <a:ext uri="{FF2B5EF4-FFF2-40B4-BE49-F238E27FC236}">
                <a16:creationId xmlns:a16="http://schemas.microsoft.com/office/drawing/2014/main" xmlns="" id="{7BCCE829-028D-CC61-2992-586D71D2B3EC}"/>
              </a:ext>
            </a:extLst>
          </p:cNvPr>
          <p:cNvSpPr>
            <a:spLocks noChangeShapeType="1"/>
          </p:cNvSpPr>
          <p:nvPr/>
        </p:nvSpPr>
        <p:spPr bwMode="auto">
          <a:xfrm>
            <a:off x="5632450" y="4683125"/>
            <a:ext cx="1588" cy="784225"/>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8" name="Line 9">
            <a:extLst>
              <a:ext uri="{FF2B5EF4-FFF2-40B4-BE49-F238E27FC236}">
                <a16:creationId xmlns:a16="http://schemas.microsoft.com/office/drawing/2014/main" xmlns="" id="{C9A27D09-342C-D62B-DEFA-7EEE9D0C6AC6}"/>
              </a:ext>
            </a:extLst>
          </p:cNvPr>
          <p:cNvSpPr>
            <a:spLocks noChangeShapeType="1"/>
          </p:cNvSpPr>
          <p:nvPr/>
        </p:nvSpPr>
        <p:spPr bwMode="auto">
          <a:xfrm>
            <a:off x="6546850" y="4678363"/>
            <a:ext cx="1588" cy="793750"/>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9" name="AutoShape 10">
            <a:extLst>
              <a:ext uri="{FF2B5EF4-FFF2-40B4-BE49-F238E27FC236}">
                <a16:creationId xmlns:a16="http://schemas.microsoft.com/office/drawing/2014/main" xmlns="" id="{6E54190F-7370-46BE-8310-E358A063D553}"/>
              </a:ext>
            </a:extLst>
          </p:cNvPr>
          <p:cNvSpPr>
            <a:spLocks noChangeArrowheads="1"/>
          </p:cNvSpPr>
          <p:nvPr/>
        </p:nvSpPr>
        <p:spPr bwMode="auto">
          <a:xfrm>
            <a:off x="1182688" y="4217988"/>
            <a:ext cx="725487"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[ 0 ]</a:t>
            </a:r>
          </a:p>
        </p:txBody>
      </p:sp>
      <p:sp>
        <p:nvSpPr>
          <p:cNvPr id="12300" name="AutoShape 11">
            <a:extLst>
              <a:ext uri="{FF2B5EF4-FFF2-40B4-BE49-F238E27FC236}">
                <a16:creationId xmlns:a16="http://schemas.microsoft.com/office/drawing/2014/main" xmlns="" id="{976BED2F-5D3E-0834-1D02-A0F98251B6FF}"/>
              </a:ext>
            </a:extLst>
          </p:cNvPr>
          <p:cNvSpPr>
            <a:spLocks noChangeArrowheads="1"/>
          </p:cNvSpPr>
          <p:nvPr/>
        </p:nvSpPr>
        <p:spPr bwMode="auto">
          <a:xfrm>
            <a:off x="2043113" y="4217988"/>
            <a:ext cx="725487"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[ 1 ]</a:t>
            </a:r>
          </a:p>
        </p:txBody>
      </p:sp>
      <p:sp>
        <p:nvSpPr>
          <p:cNvPr id="12301" name="AutoShape 12">
            <a:extLst>
              <a:ext uri="{FF2B5EF4-FFF2-40B4-BE49-F238E27FC236}">
                <a16:creationId xmlns:a16="http://schemas.microsoft.com/office/drawing/2014/main" xmlns="" id="{76405E55-04DB-0606-42CA-AD31478C075D}"/>
              </a:ext>
            </a:extLst>
          </p:cNvPr>
          <p:cNvSpPr>
            <a:spLocks noChangeArrowheads="1"/>
          </p:cNvSpPr>
          <p:nvPr/>
        </p:nvSpPr>
        <p:spPr bwMode="auto">
          <a:xfrm>
            <a:off x="2957513" y="4217988"/>
            <a:ext cx="725487"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[ 2 ]</a:t>
            </a:r>
          </a:p>
        </p:txBody>
      </p:sp>
      <p:sp>
        <p:nvSpPr>
          <p:cNvPr id="12302" name="AutoShape 13">
            <a:extLst>
              <a:ext uri="{FF2B5EF4-FFF2-40B4-BE49-F238E27FC236}">
                <a16:creationId xmlns:a16="http://schemas.microsoft.com/office/drawing/2014/main" xmlns="" id="{DF32B26A-BC8F-D320-067B-8C3C4ADBDA38}"/>
              </a:ext>
            </a:extLst>
          </p:cNvPr>
          <p:cNvSpPr>
            <a:spLocks noChangeArrowheads="1"/>
          </p:cNvSpPr>
          <p:nvPr/>
        </p:nvSpPr>
        <p:spPr bwMode="auto">
          <a:xfrm>
            <a:off x="3838575" y="4217988"/>
            <a:ext cx="725488"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[ 3 ]</a:t>
            </a:r>
          </a:p>
        </p:txBody>
      </p:sp>
      <p:sp>
        <p:nvSpPr>
          <p:cNvPr id="12303" name="AutoShape 14">
            <a:extLst>
              <a:ext uri="{FF2B5EF4-FFF2-40B4-BE49-F238E27FC236}">
                <a16:creationId xmlns:a16="http://schemas.microsoft.com/office/drawing/2014/main" xmlns="" id="{D63FDE6A-4FC0-457B-A912-0CAD38F3F0B4}"/>
              </a:ext>
            </a:extLst>
          </p:cNvPr>
          <p:cNvSpPr>
            <a:spLocks noChangeArrowheads="1"/>
          </p:cNvSpPr>
          <p:nvPr/>
        </p:nvSpPr>
        <p:spPr bwMode="auto">
          <a:xfrm>
            <a:off x="4752975" y="4217988"/>
            <a:ext cx="725488"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[ 4 ]</a:t>
            </a:r>
          </a:p>
        </p:txBody>
      </p:sp>
      <p:sp>
        <p:nvSpPr>
          <p:cNvPr id="12304" name="AutoShape 15">
            <a:extLst>
              <a:ext uri="{FF2B5EF4-FFF2-40B4-BE49-F238E27FC236}">
                <a16:creationId xmlns:a16="http://schemas.microsoft.com/office/drawing/2014/main" xmlns="" id="{ECCCE247-0D29-242C-BDFE-2EBE4842C688}"/>
              </a:ext>
            </a:extLst>
          </p:cNvPr>
          <p:cNvSpPr>
            <a:spLocks noChangeArrowheads="1"/>
          </p:cNvSpPr>
          <p:nvPr/>
        </p:nvSpPr>
        <p:spPr bwMode="auto">
          <a:xfrm>
            <a:off x="5724525" y="4217988"/>
            <a:ext cx="725488"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[ 5 ]</a:t>
            </a:r>
          </a:p>
        </p:txBody>
      </p:sp>
      <p:sp>
        <p:nvSpPr>
          <p:cNvPr id="12305" name="AutoShape 16">
            <a:extLst>
              <a:ext uri="{FF2B5EF4-FFF2-40B4-BE49-F238E27FC236}">
                <a16:creationId xmlns:a16="http://schemas.microsoft.com/office/drawing/2014/main" xmlns="" id="{DF7BEF62-2BA6-A75C-9DC3-1A7604E7311E}"/>
              </a:ext>
            </a:extLst>
          </p:cNvPr>
          <p:cNvSpPr>
            <a:spLocks noChangeArrowheads="1"/>
          </p:cNvSpPr>
          <p:nvPr/>
        </p:nvSpPr>
        <p:spPr bwMode="auto">
          <a:xfrm>
            <a:off x="7891463" y="4683125"/>
            <a:ext cx="901700" cy="785813"/>
          </a:xfrm>
          <a:prstGeom prst="roundRect">
            <a:avLst>
              <a:gd name="adj" fmla="val 199"/>
            </a:avLst>
          </a:prstGeom>
          <a:solidFill>
            <a:srgbClr val="808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12306" name="Freeform 17">
            <a:extLst>
              <a:ext uri="{FF2B5EF4-FFF2-40B4-BE49-F238E27FC236}">
                <a16:creationId xmlns:a16="http://schemas.microsoft.com/office/drawing/2014/main" xmlns="" id="{648C4A0E-2553-13B2-692D-F68EEC49FFB3}"/>
              </a:ext>
            </a:extLst>
          </p:cNvPr>
          <p:cNvSpPr>
            <a:spLocks noChangeArrowheads="1"/>
          </p:cNvSpPr>
          <p:nvPr/>
        </p:nvSpPr>
        <p:spPr bwMode="auto">
          <a:xfrm>
            <a:off x="6818313" y="3355975"/>
            <a:ext cx="1309687" cy="2830513"/>
          </a:xfrm>
          <a:custGeom>
            <a:avLst/>
            <a:gdLst>
              <a:gd name="T0" fmla="*/ 2147483646 w 3639"/>
              <a:gd name="T1" fmla="*/ 0 h 7864"/>
              <a:gd name="T2" fmla="*/ 0 w 3639"/>
              <a:gd name="T3" fmla="*/ 2147483646 h 7864"/>
              <a:gd name="T4" fmla="*/ 2147483646 w 3639"/>
              <a:gd name="T5" fmla="*/ 2147483646 h 7864"/>
              <a:gd name="T6" fmla="*/ 2147483646 w 3639"/>
              <a:gd name="T7" fmla="*/ 2147483646 h 7864"/>
              <a:gd name="T8" fmla="*/ 2147483646 w 3639"/>
              <a:gd name="T9" fmla="*/ 2147483646 h 7864"/>
              <a:gd name="T10" fmla="*/ 2147483646 w 3639"/>
              <a:gd name="T11" fmla="*/ 2147483646 h 7864"/>
              <a:gd name="T12" fmla="*/ 2147483646 w 3639"/>
              <a:gd name="T13" fmla="*/ 0 h 7864"/>
              <a:gd name="T14" fmla="*/ 0 60000 65536"/>
              <a:gd name="T15" fmla="*/ 0 60000 65536"/>
              <a:gd name="T16" fmla="*/ 0 60000 65536"/>
              <a:gd name="T17" fmla="*/ 0 60000 65536"/>
              <a:gd name="T18" fmla="*/ 0 60000 65536"/>
              <a:gd name="T19" fmla="*/ 0 60000 65536"/>
              <a:gd name="T20" fmla="*/ 0 60000 65536"/>
              <a:gd name="T21" fmla="*/ 0 w 3639"/>
              <a:gd name="T22" fmla="*/ 0 h 7864"/>
              <a:gd name="T23" fmla="*/ 3639 w 3639"/>
              <a:gd name="T24" fmla="*/ 7864 h 78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39" h="7864">
                <a:moveTo>
                  <a:pt x="1473" y="0"/>
                </a:moveTo>
                <a:lnTo>
                  <a:pt x="0" y="4211"/>
                </a:lnTo>
                <a:lnTo>
                  <a:pt x="445" y="4917"/>
                </a:lnTo>
                <a:lnTo>
                  <a:pt x="189" y="5411"/>
                </a:lnTo>
                <a:lnTo>
                  <a:pt x="1067" y="7863"/>
                </a:lnTo>
                <a:lnTo>
                  <a:pt x="3638" y="5146"/>
                </a:lnTo>
                <a:lnTo>
                  <a:pt x="147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07" name="AutoShape 18">
            <a:extLst>
              <a:ext uri="{FF2B5EF4-FFF2-40B4-BE49-F238E27FC236}">
                <a16:creationId xmlns:a16="http://schemas.microsoft.com/office/drawing/2014/main" xmlns="" id="{4C8D00E7-DDDC-FC9F-BE4E-D28B8F41BC43}"/>
              </a:ext>
            </a:extLst>
          </p:cNvPr>
          <p:cNvSpPr>
            <a:spLocks noChangeArrowheads="1"/>
          </p:cNvSpPr>
          <p:nvPr/>
        </p:nvSpPr>
        <p:spPr bwMode="auto">
          <a:xfrm>
            <a:off x="7132638" y="4835525"/>
            <a:ext cx="608012"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 .</a:t>
            </a:r>
          </a:p>
        </p:txBody>
      </p:sp>
      <p:sp>
        <p:nvSpPr>
          <p:cNvPr id="12308" name="AutoShape 19">
            <a:extLst>
              <a:ext uri="{FF2B5EF4-FFF2-40B4-BE49-F238E27FC236}">
                <a16:creationId xmlns:a16="http://schemas.microsoft.com/office/drawing/2014/main" xmlns="" id="{31AC332E-D37D-277C-A8BA-874A467ABE59}"/>
              </a:ext>
            </a:extLst>
          </p:cNvPr>
          <p:cNvSpPr>
            <a:spLocks noChangeArrowheads="1"/>
          </p:cNvSpPr>
          <p:nvPr/>
        </p:nvSpPr>
        <p:spPr bwMode="auto">
          <a:xfrm>
            <a:off x="8047038" y="4221163"/>
            <a:ext cx="981075"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[ 700]</a:t>
            </a:r>
          </a:p>
        </p:txBody>
      </p:sp>
      <p:sp>
        <p:nvSpPr>
          <p:cNvPr id="12309" name="AutoShape 20">
            <a:extLst>
              <a:ext uri="{FF2B5EF4-FFF2-40B4-BE49-F238E27FC236}">
                <a16:creationId xmlns:a16="http://schemas.microsoft.com/office/drawing/2014/main" xmlns="" id="{6591480E-2B94-F05A-2236-DB76F9C7EC55}"/>
              </a:ext>
            </a:extLst>
          </p:cNvPr>
          <p:cNvSpPr>
            <a:spLocks noChangeArrowheads="1"/>
          </p:cNvSpPr>
          <p:nvPr/>
        </p:nvSpPr>
        <p:spPr bwMode="auto">
          <a:xfrm>
            <a:off x="6029325" y="912813"/>
            <a:ext cx="2589213" cy="2474912"/>
          </a:xfrm>
          <a:prstGeom prst="roundRect">
            <a:avLst>
              <a:gd name="adj" fmla="val 60"/>
            </a:avLst>
          </a:prstGeom>
          <a:solidFill>
            <a:srgbClr val="808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12310" name="Freeform 21">
            <a:extLst>
              <a:ext uri="{FF2B5EF4-FFF2-40B4-BE49-F238E27FC236}">
                <a16:creationId xmlns:a16="http://schemas.microsoft.com/office/drawing/2014/main" xmlns="" id="{308B65FC-2F86-6750-5D09-486AF4B53D8F}"/>
              </a:ext>
            </a:extLst>
          </p:cNvPr>
          <p:cNvSpPr>
            <a:spLocks noChangeArrowheads="1"/>
          </p:cNvSpPr>
          <p:nvPr/>
        </p:nvSpPr>
        <p:spPr bwMode="auto">
          <a:xfrm>
            <a:off x="4724400" y="914400"/>
            <a:ext cx="1295400" cy="4572000"/>
          </a:xfrm>
          <a:custGeom>
            <a:avLst/>
            <a:gdLst>
              <a:gd name="T0" fmla="*/ 0 w 3600"/>
              <a:gd name="T1" fmla="*/ 2147483646 h 12701"/>
              <a:gd name="T2" fmla="*/ 2147483646 w 3600"/>
              <a:gd name="T3" fmla="*/ 0 h 12701"/>
              <a:gd name="T4" fmla="*/ 2147483646 w 3600"/>
              <a:gd name="T5" fmla="*/ 2147483646 h 12701"/>
              <a:gd name="T6" fmla="*/ 0 w 3600"/>
              <a:gd name="T7" fmla="*/ 2147483646 h 12701"/>
              <a:gd name="T8" fmla="*/ 0 w 3600"/>
              <a:gd name="T9" fmla="*/ 2147483646 h 12701"/>
              <a:gd name="T10" fmla="*/ 0 60000 65536"/>
              <a:gd name="T11" fmla="*/ 0 60000 65536"/>
              <a:gd name="T12" fmla="*/ 0 60000 65536"/>
              <a:gd name="T13" fmla="*/ 0 60000 65536"/>
              <a:gd name="T14" fmla="*/ 0 60000 65536"/>
              <a:gd name="T15" fmla="*/ 0 w 3600"/>
              <a:gd name="T16" fmla="*/ 0 h 12701"/>
              <a:gd name="T17" fmla="*/ 3600 w 3600"/>
              <a:gd name="T18" fmla="*/ 12701 h 12701"/>
            </a:gdLst>
            <a:ahLst/>
            <a:cxnLst>
              <a:cxn ang="T10">
                <a:pos x="T0" y="T1"/>
              </a:cxn>
              <a:cxn ang="T11">
                <a:pos x="T2" y="T3"/>
              </a:cxn>
              <a:cxn ang="T12">
                <a:pos x="T4" y="T5"/>
              </a:cxn>
              <a:cxn ang="T13">
                <a:pos x="T6" y="T7"/>
              </a:cxn>
              <a:cxn ang="T14">
                <a:pos x="T8" y="T9"/>
              </a:cxn>
            </a:cxnLst>
            <a:rect l="T15" t="T16" r="T17" b="T18"/>
            <a:pathLst>
              <a:path w="3600" h="12701">
                <a:moveTo>
                  <a:pt x="0" y="10372"/>
                </a:moveTo>
                <a:lnTo>
                  <a:pt x="3599" y="0"/>
                </a:lnTo>
                <a:lnTo>
                  <a:pt x="3599" y="6985"/>
                </a:lnTo>
                <a:lnTo>
                  <a:pt x="0" y="12700"/>
                </a:lnTo>
                <a:lnTo>
                  <a:pt x="0" y="10372"/>
                </a:lnTo>
              </a:path>
            </a:pathLst>
          </a:custGeom>
          <a:gradFill rotWithShape="0">
            <a:gsLst>
              <a:gs pos="0">
                <a:srgbClr val="8080FF"/>
              </a:gs>
              <a:gs pos="100000">
                <a:srgbClr val="26264B"/>
              </a:gs>
            </a:gsLst>
            <a:lin ang="5400000" scaled="1"/>
          </a:gradFill>
          <a:ln w="12600">
            <a:solidFill>
              <a:srgbClr val="E0E0E0"/>
            </a:solidFill>
            <a:round/>
            <a:headEnd/>
            <a:tailEnd/>
          </a:ln>
        </p:spPr>
        <p:txBody>
          <a:bodyPr wrap="none" anchor="ctr"/>
          <a:lstStyle/>
          <a:p>
            <a:endParaRPr lang="en-US"/>
          </a:p>
        </p:txBody>
      </p:sp>
      <p:sp>
        <p:nvSpPr>
          <p:cNvPr id="12311" name="Freeform 22">
            <a:extLst>
              <a:ext uri="{FF2B5EF4-FFF2-40B4-BE49-F238E27FC236}">
                <a16:creationId xmlns:a16="http://schemas.microsoft.com/office/drawing/2014/main" xmlns="" id="{FC634635-2719-405B-DA01-5CDA4A63F251}"/>
              </a:ext>
            </a:extLst>
          </p:cNvPr>
          <p:cNvSpPr>
            <a:spLocks noChangeArrowheads="1"/>
          </p:cNvSpPr>
          <p:nvPr/>
        </p:nvSpPr>
        <p:spPr bwMode="auto">
          <a:xfrm>
            <a:off x="4724400" y="3386138"/>
            <a:ext cx="3910013" cy="2100262"/>
          </a:xfrm>
          <a:custGeom>
            <a:avLst/>
            <a:gdLst>
              <a:gd name="T0" fmla="*/ 0 w 10863"/>
              <a:gd name="T1" fmla="*/ 2147483646 h 5835"/>
              <a:gd name="T2" fmla="*/ 2147483646 w 10863"/>
              <a:gd name="T3" fmla="*/ 0 h 5835"/>
              <a:gd name="T4" fmla="*/ 2147483646 w 10863"/>
              <a:gd name="T5" fmla="*/ 0 h 5835"/>
              <a:gd name="T6" fmla="*/ 2147483646 w 10863"/>
              <a:gd name="T7" fmla="*/ 2147483646 h 5835"/>
              <a:gd name="T8" fmla="*/ 0 w 10863"/>
              <a:gd name="T9" fmla="*/ 2147483646 h 5835"/>
              <a:gd name="T10" fmla="*/ 0 60000 65536"/>
              <a:gd name="T11" fmla="*/ 0 60000 65536"/>
              <a:gd name="T12" fmla="*/ 0 60000 65536"/>
              <a:gd name="T13" fmla="*/ 0 60000 65536"/>
              <a:gd name="T14" fmla="*/ 0 60000 65536"/>
              <a:gd name="T15" fmla="*/ 0 w 10863"/>
              <a:gd name="T16" fmla="*/ 0 h 5835"/>
              <a:gd name="T17" fmla="*/ 10863 w 10863"/>
              <a:gd name="T18" fmla="*/ 5835 h 5835"/>
            </a:gdLst>
            <a:ahLst/>
            <a:cxnLst>
              <a:cxn ang="T10">
                <a:pos x="T0" y="T1"/>
              </a:cxn>
              <a:cxn ang="T11">
                <a:pos x="T2" y="T3"/>
              </a:cxn>
              <a:cxn ang="T12">
                <a:pos x="T4" y="T5"/>
              </a:cxn>
              <a:cxn ang="T13">
                <a:pos x="T6" y="T7"/>
              </a:cxn>
              <a:cxn ang="T14">
                <a:pos x="T8" y="T9"/>
              </a:cxn>
            </a:cxnLst>
            <a:rect l="T15" t="T16" r="T17" b="T18"/>
            <a:pathLst>
              <a:path w="10863" h="5835">
                <a:moveTo>
                  <a:pt x="0" y="5834"/>
                </a:moveTo>
                <a:lnTo>
                  <a:pt x="3629" y="0"/>
                </a:lnTo>
                <a:lnTo>
                  <a:pt x="10862" y="0"/>
                </a:lnTo>
                <a:lnTo>
                  <a:pt x="2540" y="5834"/>
                </a:lnTo>
                <a:lnTo>
                  <a:pt x="0" y="5834"/>
                </a:lnTo>
              </a:path>
            </a:pathLst>
          </a:custGeom>
          <a:gradFill rotWithShape="0">
            <a:gsLst>
              <a:gs pos="0">
                <a:srgbClr val="8080FF"/>
              </a:gs>
              <a:gs pos="100000">
                <a:srgbClr val="26264B"/>
              </a:gs>
            </a:gsLst>
            <a:lin ang="8100000" scaled="1"/>
          </a:gradFill>
          <a:ln w="12600">
            <a:solidFill>
              <a:srgbClr val="E0E0E0"/>
            </a:solidFill>
            <a:round/>
            <a:headEnd/>
            <a:tailEnd/>
          </a:ln>
        </p:spPr>
        <p:txBody>
          <a:bodyPr wrap="none" anchor="ctr"/>
          <a:lstStyle/>
          <a:p>
            <a:endParaRPr lang="en-US"/>
          </a:p>
        </p:txBody>
      </p:sp>
      <p:sp>
        <p:nvSpPr>
          <p:cNvPr id="12312" name="AutoShape 23">
            <a:extLst>
              <a:ext uri="{FF2B5EF4-FFF2-40B4-BE49-F238E27FC236}">
                <a16:creationId xmlns:a16="http://schemas.microsoft.com/office/drawing/2014/main" xmlns="" id="{374CFF04-026B-C6DF-FB40-D80C23B48285}"/>
              </a:ext>
            </a:extLst>
          </p:cNvPr>
          <p:cNvSpPr>
            <a:spLocks noChangeArrowheads="1"/>
          </p:cNvSpPr>
          <p:nvPr/>
        </p:nvSpPr>
        <p:spPr bwMode="auto">
          <a:xfrm>
            <a:off x="6900863" y="390525"/>
            <a:ext cx="696912" cy="433388"/>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[ 4 ]</a:t>
            </a:r>
          </a:p>
        </p:txBody>
      </p:sp>
      <p:sp>
        <p:nvSpPr>
          <p:cNvPr id="12313" name="AutoShape 24">
            <a:extLst>
              <a:ext uri="{FF2B5EF4-FFF2-40B4-BE49-F238E27FC236}">
                <a16:creationId xmlns:a16="http://schemas.microsoft.com/office/drawing/2014/main" xmlns="" id="{34152A1A-42B2-5041-66D5-6BBA9B9E499C}"/>
              </a:ext>
            </a:extLst>
          </p:cNvPr>
          <p:cNvSpPr>
            <a:spLocks noChangeArrowheads="1"/>
          </p:cNvSpPr>
          <p:nvPr/>
        </p:nvSpPr>
        <p:spPr bwMode="auto">
          <a:xfrm>
            <a:off x="6156325" y="1103313"/>
            <a:ext cx="2503488" cy="433387"/>
          </a:xfrm>
          <a:prstGeom prst="roundRect">
            <a:avLst>
              <a:gd name="adj" fmla="val 4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Number    </a:t>
            </a:r>
            <a:r>
              <a:rPr lang="en-GB" altLang="en-US" sz="1600" b="1">
                <a:latin typeface="Times New Roman" panose="02020603050405020304" pitchFamily="18" charset="0"/>
              </a:rPr>
              <a:t>506643548</a:t>
            </a:r>
          </a:p>
        </p:txBody>
      </p:sp>
      <p:pic>
        <p:nvPicPr>
          <p:cNvPr id="12314" name="Picture 26" descr="Image result for albert einstein">
            <a:hlinkClick r:id="rId3"/>
            <a:extLst>
              <a:ext uri="{FF2B5EF4-FFF2-40B4-BE49-F238E27FC236}">
                <a16:creationId xmlns:a16="http://schemas.microsoft.com/office/drawing/2014/main" xmlns="" id="{1C25C0AF-905C-CE66-0B6A-3583E2A096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30963" y="1931988"/>
            <a:ext cx="1720850"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
            <a:extLst>
              <a:ext uri="{FF2B5EF4-FFF2-40B4-BE49-F238E27FC236}">
                <a16:creationId xmlns:a16="http://schemas.microsoft.com/office/drawing/2014/main" xmlns="" id="{D8FDE856-6C36-CF54-1ADF-8F697F0BF432}"/>
              </a:ext>
            </a:extLst>
          </p:cNvPr>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t>What is a Hash Table ?</a:t>
            </a:r>
          </a:p>
        </p:txBody>
      </p:sp>
      <p:sp>
        <p:nvSpPr>
          <p:cNvPr id="14339" name="Rectangle 2">
            <a:extLst>
              <a:ext uri="{FF2B5EF4-FFF2-40B4-BE49-F238E27FC236}">
                <a16:creationId xmlns:a16="http://schemas.microsoft.com/office/drawing/2014/main" xmlns="" id="{B3DFE15F-EE96-0799-1228-A8B99E1EDD81}"/>
              </a:ext>
            </a:extLst>
          </p:cNvPr>
          <p:cNvSpPr>
            <a:spLocks noGrp="1" noChangeArrowheads="1"/>
          </p:cNvSpPr>
          <p:nvPr>
            <p:ph type="body" idx="1"/>
          </p:nvPr>
        </p:nvSpPr>
        <p:spPr>
          <a:xfrm>
            <a:off x="685800" y="1981200"/>
            <a:ext cx="4757738" cy="4114800"/>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a:t>When a hash table is in use, some spots contain valid records, and other spots are "empty".</a:t>
            </a:r>
          </a:p>
        </p:txBody>
      </p:sp>
      <p:sp>
        <p:nvSpPr>
          <p:cNvPr id="14340" name="AutoShape 3">
            <a:extLst>
              <a:ext uri="{FF2B5EF4-FFF2-40B4-BE49-F238E27FC236}">
                <a16:creationId xmlns:a16="http://schemas.microsoft.com/office/drawing/2014/main" xmlns="" id="{41A40385-E0E2-7907-C1A2-C7A54FF2653F}"/>
              </a:ext>
            </a:extLst>
          </p:cNvPr>
          <p:cNvSpPr>
            <a:spLocks noChangeArrowheads="1"/>
          </p:cNvSpPr>
          <p:nvPr/>
        </p:nvSpPr>
        <p:spPr bwMode="auto">
          <a:xfrm>
            <a:off x="862013" y="5341938"/>
            <a:ext cx="6046787" cy="785812"/>
          </a:xfrm>
          <a:prstGeom prst="roundRect">
            <a:avLst>
              <a:gd name="adj" fmla="val 199"/>
            </a:avLst>
          </a:prstGeom>
          <a:solidFill>
            <a:srgbClr val="808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14341" name="Line 4">
            <a:extLst>
              <a:ext uri="{FF2B5EF4-FFF2-40B4-BE49-F238E27FC236}">
                <a16:creationId xmlns:a16="http://schemas.microsoft.com/office/drawing/2014/main" xmlns="" id="{B359A379-DF55-3D47-52A4-0EDC27010F7F}"/>
              </a:ext>
            </a:extLst>
          </p:cNvPr>
          <p:cNvSpPr>
            <a:spLocks noChangeShapeType="1"/>
          </p:cNvSpPr>
          <p:nvPr/>
        </p:nvSpPr>
        <p:spPr bwMode="auto">
          <a:xfrm>
            <a:off x="1752600" y="5338763"/>
            <a:ext cx="1588" cy="792162"/>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2" name="Line 5">
            <a:extLst>
              <a:ext uri="{FF2B5EF4-FFF2-40B4-BE49-F238E27FC236}">
                <a16:creationId xmlns:a16="http://schemas.microsoft.com/office/drawing/2014/main" xmlns="" id="{48AC8F2F-BF9B-71FF-C172-94E1C26D4932}"/>
              </a:ext>
            </a:extLst>
          </p:cNvPr>
          <p:cNvSpPr>
            <a:spLocks noChangeShapeType="1"/>
          </p:cNvSpPr>
          <p:nvPr/>
        </p:nvSpPr>
        <p:spPr bwMode="auto">
          <a:xfrm>
            <a:off x="2667000" y="5338763"/>
            <a:ext cx="1588" cy="792162"/>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3" name="Line 6">
            <a:extLst>
              <a:ext uri="{FF2B5EF4-FFF2-40B4-BE49-F238E27FC236}">
                <a16:creationId xmlns:a16="http://schemas.microsoft.com/office/drawing/2014/main" xmlns="" id="{4AD88078-9607-7138-2C18-5C9DD07CCB07}"/>
              </a:ext>
            </a:extLst>
          </p:cNvPr>
          <p:cNvSpPr>
            <a:spLocks noChangeShapeType="1"/>
          </p:cNvSpPr>
          <p:nvPr/>
        </p:nvSpPr>
        <p:spPr bwMode="auto">
          <a:xfrm>
            <a:off x="3579813" y="5338763"/>
            <a:ext cx="1587" cy="792162"/>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4" name="Line 7">
            <a:extLst>
              <a:ext uri="{FF2B5EF4-FFF2-40B4-BE49-F238E27FC236}">
                <a16:creationId xmlns:a16="http://schemas.microsoft.com/office/drawing/2014/main" xmlns="" id="{405B4D96-ADE4-19D4-97F3-B075A550E8AB}"/>
              </a:ext>
            </a:extLst>
          </p:cNvPr>
          <p:cNvSpPr>
            <a:spLocks noChangeShapeType="1"/>
          </p:cNvSpPr>
          <p:nvPr/>
        </p:nvSpPr>
        <p:spPr bwMode="auto">
          <a:xfrm>
            <a:off x="4495800" y="5341938"/>
            <a:ext cx="1588" cy="784225"/>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5" name="Line 8">
            <a:extLst>
              <a:ext uri="{FF2B5EF4-FFF2-40B4-BE49-F238E27FC236}">
                <a16:creationId xmlns:a16="http://schemas.microsoft.com/office/drawing/2014/main" xmlns="" id="{E8BB36B8-7C76-744A-4681-6AF476BC10CF}"/>
              </a:ext>
            </a:extLst>
          </p:cNvPr>
          <p:cNvSpPr>
            <a:spLocks noChangeShapeType="1"/>
          </p:cNvSpPr>
          <p:nvPr/>
        </p:nvSpPr>
        <p:spPr bwMode="auto">
          <a:xfrm>
            <a:off x="5410200" y="5341938"/>
            <a:ext cx="1588" cy="784225"/>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6" name="Line 9">
            <a:extLst>
              <a:ext uri="{FF2B5EF4-FFF2-40B4-BE49-F238E27FC236}">
                <a16:creationId xmlns:a16="http://schemas.microsoft.com/office/drawing/2014/main" xmlns="" id="{C2E77550-F996-4CBF-6BE9-16FC1005F48E}"/>
              </a:ext>
            </a:extLst>
          </p:cNvPr>
          <p:cNvSpPr>
            <a:spLocks noChangeShapeType="1"/>
          </p:cNvSpPr>
          <p:nvPr/>
        </p:nvSpPr>
        <p:spPr bwMode="auto">
          <a:xfrm>
            <a:off x="6324600" y="5337175"/>
            <a:ext cx="1588" cy="793750"/>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7" name="AutoShape 10">
            <a:extLst>
              <a:ext uri="{FF2B5EF4-FFF2-40B4-BE49-F238E27FC236}">
                <a16:creationId xmlns:a16="http://schemas.microsoft.com/office/drawing/2014/main" xmlns="" id="{AB21E982-0DF3-5FF1-0216-06DCE8A35D0E}"/>
              </a:ext>
            </a:extLst>
          </p:cNvPr>
          <p:cNvSpPr>
            <a:spLocks noChangeArrowheads="1"/>
          </p:cNvSpPr>
          <p:nvPr/>
        </p:nvSpPr>
        <p:spPr bwMode="auto">
          <a:xfrm>
            <a:off x="960438" y="4876800"/>
            <a:ext cx="725487"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[ 0 ]</a:t>
            </a:r>
          </a:p>
        </p:txBody>
      </p:sp>
      <p:sp>
        <p:nvSpPr>
          <p:cNvPr id="14348" name="AutoShape 11">
            <a:extLst>
              <a:ext uri="{FF2B5EF4-FFF2-40B4-BE49-F238E27FC236}">
                <a16:creationId xmlns:a16="http://schemas.microsoft.com/office/drawing/2014/main" xmlns="" id="{3F8EA1EF-2D1D-110F-03E2-1B6BD5A13449}"/>
              </a:ext>
            </a:extLst>
          </p:cNvPr>
          <p:cNvSpPr>
            <a:spLocks noChangeArrowheads="1"/>
          </p:cNvSpPr>
          <p:nvPr/>
        </p:nvSpPr>
        <p:spPr bwMode="auto">
          <a:xfrm>
            <a:off x="1820863" y="4876800"/>
            <a:ext cx="725487"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[ 1 ]</a:t>
            </a:r>
          </a:p>
        </p:txBody>
      </p:sp>
      <p:sp>
        <p:nvSpPr>
          <p:cNvPr id="14349" name="AutoShape 12">
            <a:extLst>
              <a:ext uri="{FF2B5EF4-FFF2-40B4-BE49-F238E27FC236}">
                <a16:creationId xmlns:a16="http://schemas.microsoft.com/office/drawing/2014/main" xmlns="" id="{34A92397-E5E8-D544-9809-5E0B763CFF88}"/>
              </a:ext>
            </a:extLst>
          </p:cNvPr>
          <p:cNvSpPr>
            <a:spLocks noChangeArrowheads="1"/>
          </p:cNvSpPr>
          <p:nvPr/>
        </p:nvSpPr>
        <p:spPr bwMode="auto">
          <a:xfrm>
            <a:off x="2735263" y="4876800"/>
            <a:ext cx="725487"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[ 2 ]</a:t>
            </a:r>
          </a:p>
        </p:txBody>
      </p:sp>
      <p:sp>
        <p:nvSpPr>
          <p:cNvPr id="14350" name="AutoShape 13">
            <a:extLst>
              <a:ext uri="{FF2B5EF4-FFF2-40B4-BE49-F238E27FC236}">
                <a16:creationId xmlns:a16="http://schemas.microsoft.com/office/drawing/2014/main" xmlns="" id="{19803419-7A88-A4CD-53E9-F99ADEF3A445}"/>
              </a:ext>
            </a:extLst>
          </p:cNvPr>
          <p:cNvSpPr>
            <a:spLocks noChangeArrowheads="1"/>
          </p:cNvSpPr>
          <p:nvPr/>
        </p:nvSpPr>
        <p:spPr bwMode="auto">
          <a:xfrm>
            <a:off x="3616325" y="4876800"/>
            <a:ext cx="725488"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[ 3 ]</a:t>
            </a:r>
          </a:p>
        </p:txBody>
      </p:sp>
      <p:sp>
        <p:nvSpPr>
          <p:cNvPr id="14351" name="AutoShape 14">
            <a:extLst>
              <a:ext uri="{FF2B5EF4-FFF2-40B4-BE49-F238E27FC236}">
                <a16:creationId xmlns:a16="http://schemas.microsoft.com/office/drawing/2014/main" xmlns="" id="{CBEAF333-ABE1-6E4F-B0EC-D6DBCDA987B7}"/>
              </a:ext>
            </a:extLst>
          </p:cNvPr>
          <p:cNvSpPr>
            <a:spLocks noChangeArrowheads="1"/>
          </p:cNvSpPr>
          <p:nvPr/>
        </p:nvSpPr>
        <p:spPr bwMode="auto">
          <a:xfrm>
            <a:off x="4530725" y="4876800"/>
            <a:ext cx="725488"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[ 4 ]</a:t>
            </a:r>
          </a:p>
        </p:txBody>
      </p:sp>
      <p:sp>
        <p:nvSpPr>
          <p:cNvPr id="14352" name="AutoShape 15">
            <a:extLst>
              <a:ext uri="{FF2B5EF4-FFF2-40B4-BE49-F238E27FC236}">
                <a16:creationId xmlns:a16="http://schemas.microsoft.com/office/drawing/2014/main" xmlns="" id="{B4151A3C-9279-13F8-E647-2DDCE668A4F5}"/>
              </a:ext>
            </a:extLst>
          </p:cNvPr>
          <p:cNvSpPr>
            <a:spLocks noChangeArrowheads="1"/>
          </p:cNvSpPr>
          <p:nvPr/>
        </p:nvSpPr>
        <p:spPr bwMode="auto">
          <a:xfrm>
            <a:off x="5502275" y="4876800"/>
            <a:ext cx="725488"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[ 5 ]</a:t>
            </a:r>
          </a:p>
        </p:txBody>
      </p:sp>
      <p:sp>
        <p:nvSpPr>
          <p:cNvPr id="14353" name="AutoShape 16">
            <a:extLst>
              <a:ext uri="{FF2B5EF4-FFF2-40B4-BE49-F238E27FC236}">
                <a16:creationId xmlns:a16="http://schemas.microsoft.com/office/drawing/2014/main" xmlns="" id="{66C72C3E-26F2-631E-46A5-D7BAFB0C96DE}"/>
              </a:ext>
            </a:extLst>
          </p:cNvPr>
          <p:cNvSpPr>
            <a:spLocks noChangeArrowheads="1"/>
          </p:cNvSpPr>
          <p:nvPr/>
        </p:nvSpPr>
        <p:spPr bwMode="auto">
          <a:xfrm>
            <a:off x="7669213" y="5341938"/>
            <a:ext cx="901700" cy="785812"/>
          </a:xfrm>
          <a:prstGeom prst="roundRect">
            <a:avLst>
              <a:gd name="adj" fmla="val 199"/>
            </a:avLst>
          </a:prstGeom>
          <a:solidFill>
            <a:srgbClr val="808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14354" name="AutoShape 17">
            <a:extLst>
              <a:ext uri="{FF2B5EF4-FFF2-40B4-BE49-F238E27FC236}">
                <a16:creationId xmlns:a16="http://schemas.microsoft.com/office/drawing/2014/main" xmlns="" id="{1ED45A9A-681D-830F-1435-1E1EE2213D08}"/>
              </a:ext>
            </a:extLst>
          </p:cNvPr>
          <p:cNvSpPr>
            <a:spLocks noChangeArrowheads="1"/>
          </p:cNvSpPr>
          <p:nvPr/>
        </p:nvSpPr>
        <p:spPr bwMode="auto">
          <a:xfrm>
            <a:off x="7824788" y="4879975"/>
            <a:ext cx="981075"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[ 700]</a:t>
            </a:r>
          </a:p>
        </p:txBody>
      </p:sp>
      <p:grpSp>
        <p:nvGrpSpPr>
          <p:cNvPr id="14355" name="Group 18">
            <a:extLst>
              <a:ext uri="{FF2B5EF4-FFF2-40B4-BE49-F238E27FC236}">
                <a16:creationId xmlns:a16="http://schemas.microsoft.com/office/drawing/2014/main" xmlns="" id="{168FEC69-C6AD-3A6E-7A90-CD0FAC366271}"/>
              </a:ext>
            </a:extLst>
          </p:cNvPr>
          <p:cNvGrpSpPr>
            <a:grpSpLocks/>
          </p:cNvGrpSpPr>
          <p:nvPr/>
        </p:nvGrpSpPr>
        <p:grpSpPr bwMode="auto">
          <a:xfrm>
            <a:off x="4598988" y="5475288"/>
            <a:ext cx="674687" cy="517525"/>
            <a:chOff x="2897" y="3449"/>
            <a:chExt cx="425" cy="326"/>
          </a:xfrm>
        </p:grpSpPr>
        <p:sp>
          <p:nvSpPr>
            <p:cNvPr id="14368" name="AutoShape 19">
              <a:extLst>
                <a:ext uri="{FF2B5EF4-FFF2-40B4-BE49-F238E27FC236}">
                  <a16:creationId xmlns:a16="http://schemas.microsoft.com/office/drawing/2014/main" xmlns="" id="{93DAB05E-65B8-06A4-90E7-AB1FA1BE1ED6}"/>
                </a:ext>
              </a:extLst>
            </p:cNvPr>
            <p:cNvSpPr>
              <a:spLocks noChangeArrowheads="1"/>
            </p:cNvSpPr>
            <p:nvPr/>
          </p:nvSpPr>
          <p:spPr bwMode="auto">
            <a:xfrm>
              <a:off x="2897" y="3449"/>
              <a:ext cx="426"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506643548</a:t>
              </a:r>
            </a:p>
          </p:txBody>
        </p:sp>
        <p:pic>
          <p:nvPicPr>
            <p:cNvPr id="14369" name="Picture 20">
              <a:extLst>
                <a:ext uri="{FF2B5EF4-FFF2-40B4-BE49-F238E27FC236}">
                  <a16:creationId xmlns:a16="http://schemas.microsoft.com/office/drawing/2014/main" xmlns="" id="{F018AAE9-F242-5AE1-7813-36C5DC490C8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r="35909" b="42468"/>
            <a:stretch>
              <a:fillRect/>
            </a:stretch>
          </p:blipFill>
          <p:spPr bwMode="auto">
            <a:xfrm>
              <a:off x="2945" y="3524"/>
              <a:ext cx="25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356" name="Group 21">
            <a:extLst>
              <a:ext uri="{FF2B5EF4-FFF2-40B4-BE49-F238E27FC236}">
                <a16:creationId xmlns:a16="http://schemas.microsoft.com/office/drawing/2014/main" xmlns="" id="{D0B8AADB-66CF-A560-4E8C-D82DF1451D82}"/>
              </a:ext>
            </a:extLst>
          </p:cNvPr>
          <p:cNvGrpSpPr>
            <a:grpSpLocks/>
          </p:cNvGrpSpPr>
          <p:nvPr/>
        </p:nvGrpSpPr>
        <p:grpSpPr bwMode="auto">
          <a:xfrm>
            <a:off x="2822575" y="5449888"/>
            <a:ext cx="674688" cy="568325"/>
            <a:chOff x="1778" y="3433"/>
            <a:chExt cx="425" cy="358"/>
          </a:xfrm>
        </p:grpSpPr>
        <p:sp>
          <p:nvSpPr>
            <p:cNvPr id="14366" name="AutoShape 22">
              <a:extLst>
                <a:ext uri="{FF2B5EF4-FFF2-40B4-BE49-F238E27FC236}">
                  <a16:creationId xmlns:a16="http://schemas.microsoft.com/office/drawing/2014/main" xmlns="" id="{4BA366C4-D629-E49D-6DAD-25896B448FCB}"/>
                </a:ext>
              </a:extLst>
            </p:cNvPr>
            <p:cNvSpPr>
              <a:spLocks noChangeArrowheads="1"/>
            </p:cNvSpPr>
            <p:nvPr/>
          </p:nvSpPr>
          <p:spPr bwMode="auto">
            <a:xfrm>
              <a:off x="1778" y="3433"/>
              <a:ext cx="426"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233667136</a:t>
              </a:r>
            </a:p>
          </p:txBody>
        </p:sp>
        <p:pic>
          <p:nvPicPr>
            <p:cNvPr id="14367" name="Picture 23">
              <a:extLst>
                <a:ext uri="{FF2B5EF4-FFF2-40B4-BE49-F238E27FC236}">
                  <a16:creationId xmlns:a16="http://schemas.microsoft.com/office/drawing/2014/main" xmlns="" id="{8125E3EA-D48D-BB9C-4C03-7F81957F8AE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357" name="Group 24">
            <a:extLst>
              <a:ext uri="{FF2B5EF4-FFF2-40B4-BE49-F238E27FC236}">
                <a16:creationId xmlns:a16="http://schemas.microsoft.com/office/drawing/2014/main" xmlns="" id="{759BDEB4-3975-B503-2F72-293E105770BC}"/>
              </a:ext>
            </a:extLst>
          </p:cNvPr>
          <p:cNvGrpSpPr>
            <a:grpSpLocks/>
          </p:cNvGrpSpPr>
          <p:nvPr/>
        </p:nvGrpSpPr>
        <p:grpSpPr bwMode="auto">
          <a:xfrm>
            <a:off x="1906588" y="5445125"/>
            <a:ext cx="620712" cy="576263"/>
            <a:chOff x="1201" y="3430"/>
            <a:chExt cx="391" cy="363"/>
          </a:xfrm>
        </p:grpSpPr>
        <p:sp>
          <p:nvSpPr>
            <p:cNvPr id="14364" name="AutoShape 25">
              <a:extLst>
                <a:ext uri="{FF2B5EF4-FFF2-40B4-BE49-F238E27FC236}">
                  <a16:creationId xmlns:a16="http://schemas.microsoft.com/office/drawing/2014/main" xmlns="" id="{EB69215E-173B-913E-ED4E-5C26022DD159}"/>
                </a:ext>
              </a:extLst>
            </p:cNvPr>
            <p:cNvSpPr>
              <a:spLocks noChangeArrowheads="1"/>
            </p:cNvSpPr>
            <p:nvPr/>
          </p:nvSpPr>
          <p:spPr bwMode="auto">
            <a:xfrm>
              <a:off x="1201" y="3430"/>
              <a:ext cx="392"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281942902</a:t>
              </a:r>
            </a:p>
          </p:txBody>
        </p:sp>
        <p:pic>
          <p:nvPicPr>
            <p:cNvPr id="14365" name="Picture 26">
              <a:extLst>
                <a:ext uri="{FF2B5EF4-FFF2-40B4-BE49-F238E27FC236}">
                  <a16:creationId xmlns:a16="http://schemas.microsoft.com/office/drawing/2014/main" xmlns="" id="{A608D5D4-45ED-54BB-85F9-8DC6F467E7B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358" name="Group 27">
            <a:extLst>
              <a:ext uri="{FF2B5EF4-FFF2-40B4-BE49-F238E27FC236}">
                <a16:creationId xmlns:a16="http://schemas.microsoft.com/office/drawing/2014/main" xmlns="" id="{B3C04D86-3937-3625-4EAD-989F9173BD67}"/>
              </a:ext>
            </a:extLst>
          </p:cNvPr>
          <p:cNvGrpSpPr>
            <a:grpSpLocks/>
          </p:cNvGrpSpPr>
          <p:nvPr/>
        </p:nvGrpSpPr>
        <p:grpSpPr bwMode="auto">
          <a:xfrm>
            <a:off x="7764463" y="5480050"/>
            <a:ext cx="725487" cy="506413"/>
            <a:chOff x="4891" y="3452"/>
            <a:chExt cx="457" cy="319"/>
          </a:xfrm>
        </p:grpSpPr>
        <p:sp>
          <p:nvSpPr>
            <p:cNvPr id="14362" name="AutoShape 28">
              <a:extLst>
                <a:ext uri="{FF2B5EF4-FFF2-40B4-BE49-F238E27FC236}">
                  <a16:creationId xmlns:a16="http://schemas.microsoft.com/office/drawing/2014/main" xmlns="" id="{AD5D8C23-2C9C-D71F-21D8-89E96CEBA0A4}"/>
                </a:ext>
              </a:extLst>
            </p:cNvPr>
            <p:cNvSpPr>
              <a:spLocks noChangeArrowheads="1"/>
            </p:cNvSpPr>
            <p:nvPr/>
          </p:nvSpPr>
          <p:spPr bwMode="auto">
            <a:xfrm>
              <a:off x="4928" y="3452"/>
              <a:ext cx="392"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155778322</a:t>
              </a:r>
            </a:p>
          </p:txBody>
        </p:sp>
        <p:pic>
          <p:nvPicPr>
            <p:cNvPr id="14363" name="Picture 29">
              <a:extLst>
                <a:ext uri="{FF2B5EF4-FFF2-40B4-BE49-F238E27FC236}">
                  <a16:creationId xmlns:a16="http://schemas.microsoft.com/office/drawing/2014/main" xmlns="" id="{181E19B0-E258-606A-C950-2B8AA28B3EB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b="53267"/>
            <a:stretch>
              <a:fillRect/>
            </a:stretch>
          </p:blipFill>
          <p:spPr bwMode="auto">
            <a:xfrm>
              <a:off x="4891" y="3500"/>
              <a:ext cx="458"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359" name="Group 30">
            <a:extLst>
              <a:ext uri="{FF2B5EF4-FFF2-40B4-BE49-F238E27FC236}">
                <a16:creationId xmlns:a16="http://schemas.microsoft.com/office/drawing/2014/main" xmlns="" id="{0D4843C8-5849-18B1-8036-7522506CBFBD}"/>
              </a:ext>
            </a:extLst>
          </p:cNvPr>
          <p:cNvGrpSpPr>
            <a:grpSpLocks/>
          </p:cNvGrpSpPr>
          <p:nvPr/>
        </p:nvGrpSpPr>
        <p:grpSpPr bwMode="auto">
          <a:xfrm>
            <a:off x="6596063" y="4014788"/>
            <a:ext cx="1309687" cy="2830512"/>
            <a:chOff x="4155" y="2529"/>
            <a:chExt cx="825" cy="1783"/>
          </a:xfrm>
        </p:grpSpPr>
        <p:sp>
          <p:nvSpPr>
            <p:cNvPr id="14360" name="Freeform 31">
              <a:extLst>
                <a:ext uri="{FF2B5EF4-FFF2-40B4-BE49-F238E27FC236}">
                  <a16:creationId xmlns:a16="http://schemas.microsoft.com/office/drawing/2014/main" xmlns="" id="{C7BA3CBB-9AA3-CB9A-8096-C6ED2AA717EE}"/>
                </a:ext>
              </a:extLst>
            </p:cNvPr>
            <p:cNvSpPr>
              <a:spLocks noChangeArrowheads="1"/>
            </p:cNvSpPr>
            <p:nvPr/>
          </p:nvSpPr>
          <p:spPr bwMode="auto">
            <a:xfrm>
              <a:off x="4155" y="2529"/>
              <a:ext cx="826" cy="1784"/>
            </a:xfrm>
            <a:custGeom>
              <a:avLst/>
              <a:gdLst>
                <a:gd name="T0" fmla="*/ 0 w 3644"/>
                <a:gd name="T1" fmla="*/ 0 h 7868"/>
                <a:gd name="T2" fmla="*/ 0 w 3644"/>
                <a:gd name="T3" fmla="*/ 0 h 7868"/>
                <a:gd name="T4" fmla="*/ 0 w 3644"/>
                <a:gd name="T5" fmla="*/ 0 h 7868"/>
                <a:gd name="T6" fmla="*/ 0 w 3644"/>
                <a:gd name="T7" fmla="*/ 0 h 7868"/>
                <a:gd name="T8" fmla="*/ 0 w 3644"/>
                <a:gd name="T9" fmla="*/ 0 h 7868"/>
                <a:gd name="T10" fmla="*/ 0 w 3644"/>
                <a:gd name="T11" fmla="*/ 0 h 7868"/>
                <a:gd name="T12" fmla="*/ 0 w 3644"/>
                <a:gd name="T13" fmla="*/ 0 h 7868"/>
                <a:gd name="T14" fmla="*/ 0 60000 65536"/>
                <a:gd name="T15" fmla="*/ 0 60000 65536"/>
                <a:gd name="T16" fmla="*/ 0 60000 65536"/>
                <a:gd name="T17" fmla="*/ 0 60000 65536"/>
                <a:gd name="T18" fmla="*/ 0 60000 65536"/>
                <a:gd name="T19" fmla="*/ 0 60000 65536"/>
                <a:gd name="T20" fmla="*/ 0 60000 65536"/>
                <a:gd name="T21" fmla="*/ 0 w 3644"/>
                <a:gd name="T22" fmla="*/ 0 h 7868"/>
                <a:gd name="T23" fmla="*/ 3644 w 3644"/>
                <a:gd name="T24" fmla="*/ 7868 h 78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 h="7868">
                  <a:moveTo>
                    <a:pt x="1475" y="0"/>
                  </a:moveTo>
                  <a:lnTo>
                    <a:pt x="0" y="4213"/>
                  </a:lnTo>
                  <a:lnTo>
                    <a:pt x="445" y="4920"/>
                  </a:lnTo>
                  <a:lnTo>
                    <a:pt x="189" y="5414"/>
                  </a:lnTo>
                  <a:lnTo>
                    <a:pt x="1068" y="7867"/>
                  </a:lnTo>
                  <a:lnTo>
                    <a:pt x="3643" y="5149"/>
                  </a:lnTo>
                  <a:lnTo>
                    <a:pt x="147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61" name="AutoShape 32">
              <a:extLst>
                <a:ext uri="{FF2B5EF4-FFF2-40B4-BE49-F238E27FC236}">
                  <a16:creationId xmlns:a16="http://schemas.microsoft.com/office/drawing/2014/main" xmlns="" id="{29E2FF62-99FC-8046-8D15-7C4AFCC5C77C}"/>
                </a:ext>
              </a:extLst>
            </p:cNvPr>
            <p:cNvSpPr>
              <a:spLocks noChangeArrowheads="1"/>
            </p:cNvSpPr>
            <p:nvPr/>
          </p:nvSpPr>
          <p:spPr bwMode="auto">
            <a:xfrm>
              <a:off x="4353" y="3461"/>
              <a:ext cx="383" cy="288"/>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 .</a:t>
              </a:r>
            </a:p>
          </p:txBody>
        </p:sp>
      </p:grpSp>
    </p:spTree>
  </p:cSld>
  <p:clrMapOvr>
    <a:masterClrMapping/>
  </p:clrMapOvr>
  <p:transition>
    <p:strips dir="l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
            <a:extLst>
              <a:ext uri="{FF2B5EF4-FFF2-40B4-BE49-F238E27FC236}">
                <a16:creationId xmlns:a16="http://schemas.microsoft.com/office/drawing/2014/main" xmlns="" id="{2FE2B12E-3E1A-3EC9-6E54-F798668A325C}"/>
              </a:ext>
            </a:extLst>
          </p:cNvPr>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t>Inserting a New Record</a:t>
            </a:r>
          </a:p>
        </p:txBody>
      </p:sp>
      <p:sp>
        <p:nvSpPr>
          <p:cNvPr id="16387" name="Rectangle 2">
            <a:extLst>
              <a:ext uri="{FF2B5EF4-FFF2-40B4-BE49-F238E27FC236}">
                <a16:creationId xmlns:a16="http://schemas.microsoft.com/office/drawing/2014/main" xmlns="" id="{F9DECA47-5B07-16D0-D034-C1AC77FAACC8}"/>
              </a:ext>
            </a:extLst>
          </p:cNvPr>
          <p:cNvSpPr>
            <a:spLocks noGrp="1" noChangeArrowheads="1"/>
          </p:cNvSpPr>
          <p:nvPr>
            <p:ph type="body" idx="1"/>
          </p:nvPr>
        </p:nvSpPr>
        <p:spPr>
          <a:xfrm>
            <a:off x="685800" y="1981200"/>
            <a:ext cx="5168900" cy="2641600"/>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a:t>Hashing allows you search elements very fast O(1) time.</a:t>
            </a:r>
          </a:p>
          <a:p>
            <a:pPr>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a:t>Link list searches at O(N) time</a:t>
            </a:r>
          </a:p>
          <a:p>
            <a:pPr>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a:t>Binary tree searches at O(logN) time.</a:t>
            </a:r>
          </a:p>
        </p:txBody>
      </p:sp>
      <p:sp>
        <p:nvSpPr>
          <p:cNvPr id="16388" name="AutoShape 3">
            <a:extLst>
              <a:ext uri="{FF2B5EF4-FFF2-40B4-BE49-F238E27FC236}">
                <a16:creationId xmlns:a16="http://schemas.microsoft.com/office/drawing/2014/main" xmlns="" id="{A97AA590-E283-CF46-37C2-72C7C9DAD294}"/>
              </a:ext>
            </a:extLst>
          </p:cNvPr>
          <p:cNvSpPr>
            <a:spLocks noChangeArrowheads="1"/>
          </p:cNvSpPr>
          <p:nvPr/>
        </p:nvSpPr>
        <p:spPr bwMode="auto">
          <a:xfrm>
            <a:off x="839788" y="5341938"/>
            <a:ext cx="6046787" cy="785812"/>
          </a:xfrm>
          <a:prstGeom prst="roundRect">
            <a:avLst>
              <a:gd name="adj" fmla="val 199"/>
            </a:avLst>
          </a:prstGeom>
          <a:solidFill>
            <a:srgbClr val="808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16389" name="Line 4">
            <a:extLst>
              <a:ext uri="{FF2B5EF4-FFF2-40B4-BE49-F238E27FC236}">
                <a16:creationId xmlns:a16="http://schemas.microsoft.com/office/drawing/2014/main" xmlns="" id="{DB03FEA8-6634-4290-449D-E912C67034C3}"/>
              </a:ext>
            </a:extLst>
          </p:cNvPr>
          <p:cNvSpPr>
            <a:spLocks noChangeShapeType="1"/>
          </p:cNvSpPr>
          <p:nvPr/>
        </p:nvSpPr>
        <p:spPr bwMode="auto">
          <a:xfrm>
            <a:off x="1752600" y="5338763"/>
            <a:ext cx="1588" cy="792162"/>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0" name="Line 5">
            <a:extLst>
              <a:ext uri="{FF2B5EF4-FFF2-40B4-BE49-F238E27FC236}">
                <a16:creationId xmlns:a16="http://schemas.microsoft.com/office/drawing/2014/main" xmlns="" id="{A14A0EBD-C3BF-6807-7C77-8580BAAFE0D9}"/>
              </a:ext>
            </a:extLst>
          </p:cNvPr>
          <p:cNvSpPr>
            <a:spLocks noChangeShapeType="1"/>
          </p:cNvSpPr>
          <p:nvPr/>
        </p:nvSpPr>
        <p:spPr bwMode="auto">
          <a:xfrm>
            <a:off x="2667000" y="5338763"/>
            <a:ext cx="1588" cy="792162"/>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1" name="Line 6">
            <a:extLst>
              <a:ext uri="{FF2B5EF4-FFF2-40B4-BE49-F238E27FC236}">
                <a16:creationId xmlns:a16="http://schemas.microsoft.com/office/drawing/2014/main" xmlns="" id="{5A6283E4-4125-F562-3C45-E769ECBDE1D0}"/>
              </a:ext>
            </a:extLst>
          </p:cNvPr>
          <p:cNvSpPr>
            <a:spLocks noChangeShapeType="1"/>
          </p:cNvSpPr>
          <p:nvPr/>
        </p:nvSpPr>
        <p:spPr bwMode="auto">
          <a:xfrm>
            <a:off x="3579813" y="5338763"/>
            <a:ext cx="1587" cy="792162"/>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2" name="Line 7">
            <a:extLst>
              <a:ext uri="{FF2B5EF4-FFF2-40B4-BE49-F238E27FC236}">
                <a16:creationId xmlns:a16="http://schemas.microsoft.com/office/drawing/2014/main" xmlns="" id="{825F8FBD-B69F-081A-A3DA-A83A203726D3}"/>
              </a:ext>
            </a:extLst>
          </p:cNvPr>
          <p:cNvSpPr>
            <a:spLocks noChangeShapeType="1"/>
          </p:cNvSpPr>
          <p:nvPr/>
        </p:nvSpPr>
        <p:spPr bwMode="auto">
          <a:xfrm>
            <a:off x="4495800" y="5341938"/>
            <a:ext cx="1588" cy="784225"/>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3" name="Line 8">
            <a:extLst>
              <a:ext uri="{FF2B5EF4-FFF2-40B4-BE49-F238E27FC236}">
                <a16:creationId xmlns:a16="http://schemas.microsoft.com/office/drawing/2014/main" xmlns="" id="{813EDA9F-136F-2E1E-5552-89FCD5CF73D2}"/>
              </a:ext>
            </a:extLst>
          </p:cNvPr>
          <p:cNvSpPr>
            <a:spLocks noChangeShapeType="1"/>
          </p:cNvSpPr>
          <p:nvPr/>
        </p:nvSpPr>
        <p:spPr bwMode="auto">
          <a:xfrm>
            <a:off x="5410200" y="5341938"/>
            <a:ext cx="1588" cy="784225"/>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4" name="Line 9">
            <a:extLst>
              <a:ext uri="{FF2B5EF4-FFF2-40B4-BE49-F238E27FC236}">
                <a16:creationId xmlns:a16="http://schemas.microsoft.com/office/drawing/2014/main" xmlns="" id="{D7F030B9-32C3-55B9-5019-02D773DFFB54}"/>
              </a:ext>
            </a:extLst>
          </p:cNvPr>
          <p:cNvSpPr>
            <a:spLocks noChangeShapeType="1"/>
          </p:cNvSpPr>
          <p:nvPr/>
        </p:nvSpPr>
        <p:spPr bwMode="auto">
          <a:xfrm>
            <a:off x="6324600" y="5337175"/>
            <a:ext cx="1588" cy="793750"/>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5" name="AutoShape 10">
            <a:extLst>
              <a:ext uri="{FF2B5EF4-FFF2-40B4-BE49-F238E27FC236}">
                <a16:creationId xmlns:a16="http://schemas.microsoft.com/office/drawing/2014/main" xmlns="" id="{BA37661F-BA87-9535-D2AC-D377B044B6DE}"/>
              </a:ext>
            </a:extLst>
          </p:cNvPr>
          <p:cNvSpPr>
            <a:spLocks noChangeArrowheads="1"/>
          </p:cNvSpPr>
          <p:nvPr/>
        </p:nvSpPr>
        <p:spPr bwMode="auto">
          <a:xfrm>
            <a:off x="960438" y="4876800"/>
            <a:ext cx="725487"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[ 0 ]</a:t>
            </a:r>
          </a:p>
        </p:txBody>
      </p:sp>
      <p:sp>
        <p:nvSpPr>
          <p:cNvPr id="16396" name="AutoShape 11">
            <a:extLst>
              <a:ext uri="{FF2B5EF4-FFF2-40B4-BE49-F238E27FC236}">
                <a16:creationId xmlns:a16="http://schemas.microsoft.com/office/drawing/2014/main" xmlns="" id="{94AAD22F-4750-B291-1B88-DF5D3A37FEAE}"/>
              </a:ext>
            </a:extLst>
          </p:cNvPr>
          <p:cNvSpPr>
            <a:spLocks noChangeArrowheads="1"/>
          </p:cNvSpPr>
          <p:nvPr/>
        </p:nvSpPr>
        <p:spPr bwMode="auto">
          <a:xfrm>
            <a:off x="1820863" y="4876800"/>
            <a:ext cx="725487"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[ 1 ]</a:t>
            </a:r>
          </a:p>
        </p:txBody>
      </p:sp>
      <p:sp>
        <p:nvSpPr>
          <p:cNvPr id="16397" name="AutoShape 12">
            <a:extLst>
              <a:ext uri="{FF2B5EF4-FFF2-40B4-BE49-F238E27FC236}">
                <a16:creationId xmlns:a16="http://schemas.microsoft.com/office/drawing/2014/main" xmlns="" id="{8D6B7599-14CC-8AE1-4D9A-B33378A18B30}"/>
              </a:ext>
            </a:extLst>
          </p:cNvPr>
          <p:cNvSpPr>
            <a:spLocks noChangeArrowheads="1"/>
          </p:cNvSpPr>
          <p:nvPr/>
        </p:nvSpPr>
        <p:spPr bwMode="auto">
          <a:xfrm>
            <a:off x="2735263" y="4876800"/>
            <a:ext cx="725487"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[ 2 ]</a:t>
            </a:r>
          </a:p>
        </p:txBody>
      </p:sp>
      <p:sp>
        <p:nvSpPr>
          <p:cNvPr id="16398" name="AutoShape 13">
            <a:extLst>
              <a:ext uri="{FF2B5EF4-FFF2-40B4-BE49-F238E27FC236}">
                <a16:creationId xmlns:a16="http://schemas.microsoft.com/office/drawing/2014/main" xmlns="" id="{10953293-8C00-1593-B396-78BF1E6994A0}"/>
              </a:ext>
            </a:extLst>
          </p:cNvPr>
          <p:cNvSpPr>
            <a:spLocks noChangeArrowheads="1"/>
          </p:cNvSpPr>
          <p:nvPr/>
        </p:nvSpPr>
        <p:spPr bwMode="auto">
          <a:xfrm>
            <a:off x="3616325" y="4876800"/>
            <a:ext cx="725488"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[ 3 ]</a:t>
            </a:r>
          </a:p>
        </p:txBody>
      </p:sp>
      <p:sp>
        <p:nvSpPr>
          <p:cNvPr id="16399" name="AutoShape 14">
            <a:extLst>
              <a:ext uri="{FF2B5EF4-FFF2-40B4-BE49-F238E27FC236}">
                <a16:creationId xmlns:a16="http://schemas.microsoft.com/office/drawing/2014/main" xmlns="" id="{A32A4092-4986-DAC8-ABCD-EAC9079531C4}"/>
              </a:ext>
            </a:extLst>
          </p:cNvPr>
          <p:cNvSpPr>
            <a:spLocks noChangeArrowheads="1"/>
          </p:cNvSpPr>
          <p:nvPr/>
        </p:nvSpPr>
        <p:spPr bwMode="auto">
          <a:xfrm>
            <a:off x="4530725" y="4876800"/>
            <a:ext cx="725488"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[ 4 ]</a:t>
            </a:r>
          </a:p>
        </p:txBody>
      </p:sp>
      <p:sp>
        <p:nvSpPr>
          <p:cNvPr id="16400" name="AutoShape 15">
            <a:extLst>
              <a:ext uri="{FF2B5EF4-FFF2-40B4-BE49-F238E27FC236}">
                <a16:creationId xmlns:a16="http://schemas.microsoft.com/office/drawing/2014/main" xmlns="" id="{DF0F7D7E-A7F2-D32A-03BF-D0C0EDDEC82B}"/>
              </a:ext>
            </a:extLst>
          </p:cNvPr>
          <p:cNvSpPr>
            <a:spLocks noChangeArrowheads="1"/>
          </p:cNvSpPr>
          <p:nvPr/>
        </p:nvSpPr>
        <p:spPr bwMode="auto">
          <a:xfrm>
            <a:off x="5502275" y="4876800"/>
            <a:ext cx="725488"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[ 5 ]</a:t>
            </a:r>
          </a:p>
        </p:txBody>
      </p:sp>
      <p:sp>
        <p:nvSpPr>
          <p:cNvPr id="16401" name="AutoShape 16">
            <a:extLst>
              <a:ext uri="{FF2B5EF4-FFF2-40B4-BE49-F238E27FC236}">
                <a16:creationId xmlns:a16="http://schemas.microsoft.com/office/drawing/2014/main" xmlns="" id="{C750A1BF-7A0D-A5A0-6691-7E76A4B18DC1}"/>
              </a:ext>
            </a:extLst>
          </p:cNvPr>
          <p:cNvSpPr>
            <a:spLocks noChangeArrowheads="1"/>
          </p:cNvSpPr>
          <p:nvPr/>
        </p:nvSpPr>
        <p:spPr bwMode="auto">
          <a:xfrm>
            <a:off x="7669213" y="5341938"/>
            <a:ext cx="901700" cy="785812"/>
          </a:xfrm>
          <a:prstGeom prst="roundRect">
            <a:avLst>
              <a:gd name="adj" fmla="val 199"/>
            </a:avLst>
          </a:prstGeom>
          <a:solidFill>
            <a:srgbClr val="808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16402" name="AutoShape 17">
            <a:extLst>
              <a:ext uri="{FF2B5EF4-FFF2-40B4-BE49-F238E27FC236}">
                <a16:creationId xmlns:a16="http://schemas.microsoft.com/office/drawing/2014/main" xmlns="" id="{7923E9A4-3889-BE07-2E71-A67F73A8700C}"/>
              </a:ext>
            </a:extLst>
          </p:cNvPr>
          <p:cNvSpPr>
            <a:spLocks noChangeArrowheads="1"/>
          </p:cNvSpPr>
          <p:nvPr/>
        </p:nvSpPr>
        <p:spPr bwMode="auto">
          <a:xfrm>
            <a:off x="7824788" y="4879975"/>
            <a:ext cx="981075"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[ 700]</a:t>
            </a:r>
          </a:p>
        </p:txBody>
      </p:sp>
      <p:grpSp>
        <p:nvGrpSpPr>
          <p:cNvPr id="16403" name="Group 18">
            <a:extLst>
              <a:ext uri="{FF2B5EF4-FFF2-40B4-BE49-F238E27FC236}">
                <a16:creationId xmlns:a16="http://schemas.microsoft.com/office/drawing/2014/main" xmlns="" id="{D56C11E6-D499-4FD8-8E89-92143EE29B4D}"/>
              </a:ext>
            </a:extLst>
          </p:cNvPr>
          <p:cNvGrpSpPr>
            <a:grpSpLocks/>
          </p:cNvGrpSpPr>
          <p:nvPr/>
        </p:nvGrpSpPr>
        <p:grpSpPr bwMode="auto">
          <a:xfrm>
            <a:off x="4598988" y="5475288"/>
            <a:ext cx="674687" cy="517525"/>
            <a:chOff x="2897" y="3449"/>
            <a:chExt cx="425" cy="326"/>
          </a:xfrm>
        </p:grpSpPr>
        <p:sp>
          <p:nvSpPr>
            <p:cNvPr id="16420" name="AutoShape 19">
              <a:extLst>
                <a:ext uri="{FF2B5EF4-FFF2-40B4-BE49-F238E27FC236}">
                  <a16:creationId xmlns:a16="http://schemas.microsoft.com/office/drawing/2014/main" xmlns="" id="{AD82DDEE-2FC7-2C96-FA82-B68E43A0A4A2}"/>
                </a:ext>
              </a:extLst>
            </p:cNvPr>
            <p:cNvSpPr>
              <a:spLocks noChangeArrowheads="1"/>
            </p:cNvSpPr>
            <p:nvPr/>
          </p:nvSpPr>
          <p:spPr bwMode="auto">
            <a:xfrm>
              <a:off x="2897" y="3449"/>
              <a:ext cx="426"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506643548</a:t>
              </a:r>
            </a:p>
          </p:txBody>
        </p:sp>
        <p:pic>
          <p:nvPicPr>
            <p:cNvPr id="16421" name="Picture 20">
              <a:extLst>
                <a:ext uri="{FF2B5EF4-FFF2-40B4-BE49-F238E27FC236}">
                  <a16:creationId xmlns:a16="http://schemas.microsoft.com/office/drawing/2014/main" xmlns="" id="{939AA03E-7979-F8F3-EBCB-E402756D5E6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r="35909" b="42468"/>
            <a:stretch>
              <a:fillRect/>
            </a:stretch>
          </p:blipFill>
          <p:spPr bwMode="auto">
            <a:xfrm>
              <a:off x="2945" y="3524"/>
              <a:ext cx="25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6404" name="Group 21">
            <a:extLst>
              <a:ext uri="{FF2B5EF4-FFF2-40B4-BE49-F238E27FC236}">
                <a16:creationId xmlns:a16="http://schemas.microsoft.com/office/drawing/2014/main" xmlns="" id="{E0E2F387-52F8-570B-8605-B9BAB93580EC}"/>
              </a:ext>
            </a:extLst>
          </p:cNvPr>
          <p:cNvGrpSpPr>
            <a:grpSpLocks/>
          </p:cNvGrpSpPr>
          <p:nvPr/>
        </p:nvGrpSpPr>
        <p:grpSpPr bwMode="auto">
          <a:xfrm>
            <a:off x="2822575" y="5449888"/>
            <a:ext cx="674688" cy="568325"/>
            <a:chOff x="1778" y="3433"/>
            <a:chExt cx="425" cy="358"/>
          </a:xfrm>
        </p:grpSpPr>
        <p:sp>
          <p:nvSpPr>
            <p:cNvPr id="16418" name="AutoShape 22">
              <a:extLst>
                <a:ext uri="{FF2B5EF4-FFF2-40B4-BE49-F238E27FC236}">
                  <a16:creationId xmlns:a16="http://schemas.microsoft.com/office/drawing/2014/main" xmlns="" id="{04CDD75C-AE20-CA5E-053B-F811175BAF02}"/>
                </a:ext>
              </a:extLst>
            </p:cNvPr>
            <p:cNvSpPr>
              <a:spLocks noChangeArrowheads="1"/>
            </p:cNvSpPr>
            <p:nvPr/>
          </p:nvSpPr>
          <p:spPr bwMode="auto">
            <a:xfrm>
              <a:off x="1778" y="3433"/>
              <a:ext cx="426"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233667136</a:t>
              </a:r>
            </a:p>
          </p:txBody>
        </p:sp>
        <p:pic>
          <p:nvPicPr>
            <p:cNvPr id="16419" name="Picture 23">
              <a:extLst>
                <a:ext uri="{FF2B5EF4-FFF2-40B4-BE49-F238E27FC236}">
                  <a16:creationId xmlns:a16="http://schemas.microsoft.com/office/drawing/2014/main" xmlns="" id="{BE804037-5FF9-AC54-F2C0-EAD01B5BFD0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6405" name="Group 24">
            <a:extLst>
              <a:ext uri="{FF2B5EF4-FFF2-40B4-BE49-F238E27FC236}">
                <a16:creationId xmlns:a16="http://schemas.microsoft.com/office/drawing/2014/main" xmlns="" id="{3F3617FC-F681-D021-0D0C-C7E647F1DA40}"/>
              </a:ext>
            </a:extLst>
          </p:cNvPr>
          <p:cNvGrpSpPr>
            <a:grpSpLocks/>
          </p:cNvGrpSpPr>
          <p:nvPr/>
        </p:nvGrpSpPr>
        <p:grpSpPr bwMode="auto">
          <a:xfrm>
            <a:off x="1906588" y="5445125"/>
            <a:ext cx="620712" cy="576263"/>
            <a:chOff x="1201" y="3430"/>
            <a:chExt cx="391" cy="363"/>
          </a:xfrm>
        </p:grpSpPr>
        <p:sp>
          <p:nvSpPr>
            <p:cNvPr id="16416" name="AutoShape 25">
              <a:extLst>
                <a:ext uri="{FF2B5EF4-FFF2-40B4-BE49-F238E27FC236}">
                  <a16:creationId xmlns:a16="http://schemas.microsoft.com/office/drawing/2014/main" xmlns="" id="{ABEF0637-7CF8-C328-D322-47F667743788}"/>
                </a:ext>
              </a:extLst>
            </p:cNvPr>
            <p:cNvSpPr>
              <a:spLocks noChangeArrowheads="1"/>
            </p:cNvSpPr>
            <p:nvPr/>
          </p:nvSpPr>
          <p:spPr bwMode="auto">
            <a:xfrm>
              <a:off x="1201" y="3430"/>
              <a:ext cx="392"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281942902</a:t>
              </a:r>
            </a:p>
          </p:txBody>
        </p:sp>
        <p:pic>
          <p:nvPicPr>
            <p:cNvPr id="16417" name="Picture 26">
              <a:extLst>
                <a:ext uri="{FF2B5EF4-FFF2-40B4-BE49-F238E27FC236}">
                  <a16:creationId xmlns:a16="http://schemas.microsoft.com/office/drawing/2014/main" xmlns="" id="{6D1D0244-82EA-BA45-B8BA-BE4DA5BA1C6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6406" name="Group 27">
            <a:extLst>
              <a:ext uri="{FF2B5EF4-FFF2-40B4-BE49-F238E27FC236}">
                <a16:creationId xmlns:a16="http://schemas.microsoft.com/office/drawing/2014/main" xmlns="" id="{1D7BDEEB-EAE1-9B0B-8394-9B862A314AF4}"/>
              </a:ext>
            </a:extLst>
          </p:cNvPr>
          <p:cNvGrpSpPr>
            <a:grpSpLocks/>
          </p:cNvGrpSpPr>
          <p:nvPr/>
        </p:nvGrpSpPr>
        <p:grpSpPr bwMode="auto">
          <a:xfrm>
            <a:off x="7764463" y="5480050"/>
            <a:ext cx="725487" cy="506413"/>
            <a:chOff x="4891" y="3452"/>
            <a:chExt cx="457" cy="319"/>
          </a:xfrm>
        </p:grpSpPr>
        <p:sp>
          <p:nvSpPr>
            <p:cNvPr id="16414" name="AutoShape 28">
              <a:extLst>
                <a:ext uri="{FF2B5EF4-FFF2-40B4-BE49-F238E27FC236}">
                  <a16:creationId xmlns:a16="http://schemas.microsoft.com/office/drawing/2014/main" xmlns="" id="{0699A02C-D0A7-A374-7675-7F9754AC51C3}"/>
                </a:ext>
              </a:extLst>
            </p:cNvPr>
            <p:cNvSpPr>
              <a:spLocks noChangeArrowheads="1"/>
            </p:cNvSpPr>
            <p:nvPr/>
          </p:nvSpPr>
          <p:spPr bwMode="auto">
            <a:xfrm>
              <a:off x="4928" y="3452"/>
              <a:ext cx="392"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155778322</a:t>
              </a:r>
            </a:p>
          </p:txBody>
        </p:sp>
        <p:pic>
          <p:nvPicPr>
            <p:cNvPr id="16415" name="Picture 29">
              <a:extLst>
                <a:ext uri="{FF2B5EF4-FFF2-40B4-BE49-F238E27FC236}">
                  <a16:creationId xmlns:a16="http://schemas.microsoft.com/office/drawing/2014/main" xmlns="" id="{96EAECC3-028C-59CC-2C24-28099E2A877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b="53267"/>
            <a:stretch>
              <a:fillRect/>
            </a:stretch>
          </p:blipFill>
          <p:spPr bwMode="auto">
            <a:xfrm>
              <a:off x="4891" y="3500"/>
              <a:ext cx="458"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6407" name="Group 30">
            <a:extLst>
              <a:ext uri="{FF2B5EF4-FFF2-40B4-BE49-F238E27FC236}">
                <a16:creationId xmlns:a16="http://schemas.microsoft.com/office/drawing/2014/main" xmlns="" id="{EC72B944-1C9A-C36B-2EF9-EAA593110FD6}"/>
              </a:ext>
            </a:extLst>
          </p:cNvPr>
          <p:cNvGrpSpPr>
            <a:grpSpLocks/>
          </p:cNvGrpSpPr>
          <p:nvPr/>
        </p:nvGrpSpPr>
        <p:grpSpPr bwMode="auto">
          <a:xfrm>
            <a:off x="6596063" y="4014788"/>
            <a:ext cx="1309687" cy="2830512"/>
            <a:chOff x="4155" y="2529"/>
            <a:chExt cx="825" cy="1783"/>
          </a:xfrm>
        </p:grpSpPr>
        <p:sp>
          <p:nvSpPr>
            <p:cNvPr id="16412" name="Freeform 31">
              <a:extLst>
                <a:ext uri="{FF2B5EF4-FFF2-40B4-BE49-F238E27FC236}">
                  <a16:creationId xmlns:a16="http://schemas.microsoft.com/office/drawing/2014/main" xmlns="" id="{63CF9C19-592C-8ED3-3B32-A4F4074F2CFF}"/>
                </a:ext>
              </a:extLst>
            </p:cNvPr>
            <p:cNvSpPr>
              <a:spLocks noChangeArrowheads="1"/>
            </p:cNvSpPr>
            <p:nvPr/>
          </p:nvSpPr>
          <p:spPr bwMode="auto">
            <a:xfrm>
              <a:off x="4155" y="2529"/>
              <a:ext cx="826" cy="1784"/>
            </a:xfrm>
            <a:custGeom>
              <a:avLst/>
              <a:gdLst>
                <a:gd name="T0" fmla="*/ 0 w 3644"/>
                <a:gd name="T1" fmla="*/ 0 h 7868"/>
                <a:gd name="T2" fmla="*/ 0 w 3644"/>
                <a:gd name="T3" fmla="*/ 0 h 7868"/>
                <a:gd name="T4" fmla="*/ 0 w 3644"/>
                <a:gd name="T5" fmla="*/ 0 h 7868"/>
                <a:gd name="T6" fmla="*/ 0 w 3644"/>
                <a:gd name="T7" fmla="*/ 0 h 7868"/>
                <a:gd name="T8" fmla="*/ 0 w 3644"/>
                <a:gd name="T9" fmla="*/ 0 h 7868"/>
                <a:gd name="T10" fmla="*/ 0 w 3644"/>
                <a:gd name="T11" fmla="*/ 0 h 7868"/>
                <a:gd name="T12" fmla="*/ 0 w 3644"/>
                <a:gd name="T13" fmla="*/ 0 h 7868"/>
                <a:gd name="T14" fmla="*/ 0 60000 65536"/>
                <a:gd name="T15" fmla="*/ 0 60000 65536"/>
                <a:gd name="T16" fmla="*/ 0 60000 65536"/>
                <a:gd name="T17" fmla="*/ 0 60000 65536"/>
                <a:gd name="T18" fmla="*/ 0 60000 65536"/>
                <a:gd name="T19" fmla="*/ 0 60000 65536"/>
                <a:gd name="T20" fmla="*/ 0 60000 65536"/>
                <a:gd name="T21" fmla="*/ 0 w 3644"/>
                <a:gd name="T22" fmla="*/ 0 h 7868"/>
                <a:gd name="T23" fmla="*/ 3644 w 3644"/>
                <a:gd name="T24" fmla="*/ 7868 h 78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 h="7868">
                  <a:moveTo>
                    <a:pt x="1475" y="0"/>
                  </a:moveTo>
                  <a:lnTo>
                    <a:pt x="0" y="4213"/>
                  </a:lnTo>
                  <a:lnTo>
                    <a:pt x="445" y="4920"/>
                  </a:lnTo>
                  <a:lnTo>
                    <a:pt x="189" y="5414"/>
                  </a:lnTo>
                  <a:lnTo>
                    <a:pt x="1068" y="7867"/>
                  </a:lnTo>
                  <a:lnTo>
                    <a:pt x="3643" y="5149"/>
                  </a:lnTo>
                  <a:lnTo>
                    <a:pt x="147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13" name="AutoShape 32">
              <a:extLst>
                <a:ext uri="{FF2B5EF4-FFF2-40B4-BE49-F238E27FC236}">
                  <a16:creationId xmlns:a16="http://schemas.microsoft.com/office/drawing/2014/main" xmlns="" id="{6B9766C1-0822-1FF4-D211-68F851A028B3}"/>
                </a:ext>
              </a:extLst>
            </p:cNvPr>
            <p:cNvSpPr>
              <a:spLocks noChangeArrowheads="1"/>
            </p:cNvSpPr>
            <p:nvPr/>
          </p:nvSpPr>
          <p:spPr bwMode="auto">
            <a:xfrm>
              <a:off x="4353" y="3461"/>
              <a:ext cx="383" cy="288"/>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 .</a:t>
              </a:r>
            </a:p>
          </p:txBody>
        </p:sp>
      </p:grpSp>
      <p:sp>
        <p:nvSpPr>
          <p:cNvPr id="16408" name="AutoShape 33">
            <a:extLst>
              <a:ext uri="{FF2B5EF4-FFF2-40B4-BE49-F238E27FC236}">
                <a16:creationId xmlns:a16="http://schemas.microsoft.com/office/drawing/2014/main" xmlns="" id="{C66A496A-2F28-3100-BFEE-49EF0D9E60D3}"/>
              </a:ext>
            </a:extLst>
          </p:cNvPr>
          <p:cNvSpPr>
            <a:spLocks noChangeArrowheads="1"/>
          </p:cNvSpPr>
          <p:nvPr/>
        </p:nvSpPr>
        <p:spPr bwMode="auto">
          <a:xfrm>
            <a:off x="6029325" y="912813"/>
            <a:ext cx="2589213" cy="2474912"/>
          </a:xfrm>
          <a:prstGeom prst="roundRect">
            <a:avLst>
              <a:gd name="adj" fmla="val 60"/>
            </a:avLst>
          </a:prstGeom>
          <a:solidFill>
            <a:srgbClr val="808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16409" name="Oval 35">
            <a:extLst>
              <a:ext uri="{FF2B5EF4-FFF2-40B4-BE49-F238E27FC236}">
                <a16:creationId xmlns:a16="http://schemas.microsoft.com/office/drawing/2014/main" xmlns="" id="{69CABEF9-6BBD-66E0-F506-799701B5A9A4}"/>
              </a:ext>
            </a:extLst>
          </p:cNvPr>
          <p:cNvSpPr>
            <a:spLocks noChangeArrowheads="1"/>
          </p:cNvSpPr>
          <p:nvPr/>
        </p:nvSpPr>
        <p:spPr bwMode="auto">
          <a:xfrm>
            <a:off x="6864350" y="895350"/>
            <a:ext cx="1874838" cy="858838"/>
          </a:xfrm>
          <a:prstGeom prst="ellipse">
            <a:avLst/>
          </a:prstGeom>
          <a:solidFill>
            <a:srgbClr val="000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16410" name="AutoShape 36">
            <a:extLst>
              <a:ext uri="{FF2B5EF4-FFF2-40B4-BE49-F238E27FC236}">
                <a16:creationId xmlns:a16="http://schemas.microsoft.com/office/drawing/2014/main" xmlns="" id="{A2CE5796-4D58-31DB-2C2C-269DE34CEC36}"/>
              </a:ext>
            </a:extLst>
          </p:cNvPr>
          <p:cNvSpPr>
            <a:spLocks noChangeArrowheads="1"/>
          </p:cNvSpPr>
          <p:nvPr/>
        </p:nvSpPr>
        <p:spPr bwMode="auto">
          <a:xfrm>
            <a:off x="6156325" y="1103313"/>
            <a:ext cx="2271713" cy="433387"/>
          </a:xfrm>
          <a:prstGeom prst="roundRect">
            <a:avLst>
              <a:gd name="adj" fmla="val 4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Number </a:t>
            </a:r>
            <a:r>
              <a:rPr lang="en-GB" altLang="en-US" sz="1600" b="1">
                <a:latin typeface="Times New Roman" panose="02020603050405020304" pitchFamily="18" charset="0"/>
              </a:rPr>
              <a:t>580625685</a:t>
            </a:r>
          </a:p>
        </p:txBody>
      </p:sp>
      <p:pic>
        <p:nvPicPr>
          <p:cNvPr id="16411" name="Picture 37" descr="Image result for albert einstein">
            <a:hlinkClick r:id="rId7"/>
            <a:extLst>
              <a:ext uri="{FF2B5EF4-FFF2-40B4-BE49-F238E27FC236}">
                <a16:creationId xmlns:a16="http://schemas.microsoft.com/office/drawing/2014/main" xmlns="" id="{F4E64518-8DCA-B8F3-0B9F-E95DE932A0F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42075" y="2109788"/>
            <a:ext cx="1722438"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a:extLst>
              <a:ext uri="{FF2B5EF4-FFF2-40B4-BE49-F238E27FC236}">
                <a16:creationId xmlns:a16="http://schemas.microsoft.com/office/drawing/2014/main" xmlns="" id="{777C3934-A7B4-B5A3-EC27-2D0700CA10CE}"/>
              </a:ext>
            </a:extLst>
          </p:cNvPr>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t>Inserting a New Record</a:t>
            </a:r>
          </a:p>
        </p:txBody>
      </p:sp>
      <p:sp>
        <p:nvSpPr>
          <p:cNvPr id="18435" name="Rectangle 2">
            <a:extLst>
              <a:ext uri="{FF2B5EF4-FFF2-40B4-BE49-F238E27FC236}">
                <a16:creationId xmlns:a16="http://schemas.microsoft.com/office/drawing/2014/main" xmlns="" id="{2D170056-B7F7-F38F-FE6B-2A881A2DACE3}"/>
              </a:ext>
            </a:extLst>
          </p:cNvPr>
          <p:cNvSpPr>
            <a:spLocks noGrp="1" noChangeArrowheads="1"/>
          </p:cNvSpPr>
          <p:nvPr>
            <p:ph type="body" idx="1"/>
          </p:nvPr>
        </p:nvSpPr>
        <p:spPr>
          <a:xfrm>
            <a:off x="685800" y="1981200"/>
            <a:ext cx="4757738" cy="2595563"/>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a:t>In order to insert a new record, the </a:t>
            </a:r>
            <a:r>
              <a:rPr lang="en-GB" altLang="en-US" b="1"/>
              <a:t>key</a:t>
            </a:r>
            <a:r>
              <a:rPr lang="en-GB" altLang="en-US"/>
              <a:t> must somehow be </a:t>
            </a:r>
            <a:r>
              <a:rPr lang="en-GB" altLang="en-US" b="1"/>
              <a:t>converted to </a:t>
            </a:r>
            <a:r>
              <a:rPr lang="en-GB" altLang="en-US"/>
              <a:t>an array </a:t>
            </a:r>
            <a:r>
              <a:rPr lang="en-GB" altLang="en-US" b="1"/>
              <a:t>index</a:t>
            </a:r>
            <a:r>
              <a:rPr lang="en-GB" altLang="en-US"/>
              <a:t>.</a:t>
            </a:r>
          </a:p>
          <a:p>
            <a:pPr>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a:t>The index is called the </a:t>
            </a:r>
            <a:r>
              <a:rPr lang="en-GB" altLang="en-US" b="1"/>
              <a:t>hash value </a:t>
            </a:r>
            <a:r>
              <a:rPr lang="en-GB" altLang="en-US"/>
              <a:t>of the key.</a:t>
            </a:r>
          </a:p>
        </p:txBody>
      </p:sp>
      <p:sp>
        <p:nvSpPr>
          <p:cNvPr id="18436" name="AutoShape 3">
            <a:extLst>
              <a:ext uri="{FF2B5EF4-FFF2-40B4-BE49-F238E27FC236}">
                <a16:creationId xmlns:a16="http://schemas.microsoft.com/office/drawing/2014/main" xmlns="" id="{DD3B9E0D-6106-D7AC-AB0C-DDEF6D348311}"/>
              </a:ext>
            </a:extLst>
          </p:cNvPr>
          <p:cNvSpPr>
            <a:spLocks noChangeArrowheads="1"/>
          </p:cNvSpPr>
          <p:nvPr/>
        </p:nvSpPr>
        <p:spPr bwMode="auto">
          <a:xfrm>
            <a:off x="839788" y="5341938"/>
            <a:ext cx="6046787" cy="785812"/>
          </a:xfrm>
          <a:prstGeom prst="roundRect">
            <a:avLst>
              <a:gd name="adj" fmla="val 199"/>
            </a:avLst>
          </a:prstGeom>
          <a:solidFill>
            <a:srgbClr val="808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18437" name="Line 4">
            <a:extLst>
              <a:ext uri="{FF2B5EF4-FFF2-40B4-BE49-F238E27FC236}">
                <a16:creationId xmlns:a16="http://schemas.microsoft.com/office/drawing/2014/main" xmlns="" id="{C74F10F3-CACE-406C-0F44-F4B50193A845}"/>
              </a:ext>
            </a:extLst>
          </p:cNvPr>
          <p:cNvSpPr>
            <a:spLocks noChangeShapeType="1"/>
          </p:cNvSpPr>
          <p:nvPr/>
        </p:nvSpPr>
        <p:spPr bwMode="auto">
          <a:xfrm>
            <a:off x="1752600" y="5338763"/>
            <a:ext cx="1588" cy="792162"/>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38" name="Line 5">
            <a:extLst>
              <a:ext uri="{FF2B5EF4-FFF2-40B4-BE49-F238E27FC236}">
                <a16:creationId xmlns:a16="http://schemas.microsoft.com/office/drawing/2014/main" xmlns="" id="{B9F16855-57FE-28EA-BF5D-E9C75D63B820}"/>
              </a:ext>
            </a:extLst>
          </p:cNvPr>
          <p:cNvSpPr>
            <a:spLocks noChangeShapeType="1"/>
          </p:cNvSpPr>
          <p:nvPr/>
        </p:nvSpPr>
        <p:spPr bwMode="auto">
          <a:xfrm>
            <a:off x="2667000" y="5338763"/>
            <a:ext cx="1588" cy="792162"/>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39" name="Line 6">
            <a:extLst>
              <a:ext uri="{FF2B5EF4-FFF2-40B4-BE49-F238E27FC236}">
                <a16:creationId xmlns:a16="http://schemas.microsoft.com/office/drawing/2014/main" xmlns="" id="{D8AFB3A1-28E5-2D09-2385-021DEAD10C69}"/>
              </a:ext>
            </a:extLst>
          </p:cNvPr>
          <p:cNvSpPr>
            <a:spLocks noChangeShapeType="1"/>
          </p:cNvSpPr>
          <p:nvPr/>
        </p:nvSpPr>
        <p:spPr bwMode="auto">
          <a:xfrm>
            <a:off x="3579813" y="5338763"/>
            <a:ext cx="1587" cy="792162"/>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0" name="Line 7">
            <a:extLst>
              <a:ext uri="{FF2B5EF4-FFF2-40B4-BE49-F238E27FC236}">
                <a16:creationId xmlns:a16="http://schemas.microsoft.com/office/drawing/2014/main" xmlns="" id="{229DCB9E-FD27-ABE9-0896-AEC0821981EC}"/>
              </a:ext>
            </a:extLst>
          </p:cNvPr>
          <p:cNvSpPr>
            <a:spLocks noChangeShapeType="1"/>
          </p:cNvSpPr>
          <p:nvPr/>
        </p:nvSpPr>
        <p:spPr bwMode="auto">
          <a:xfrm>
            <a:off x="4495800" y="5341938"/>
            <a:ext cx="1588" cy="784225"/>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1" name="Line 8">
            <a:extLst>
              <a:ext uri="{FF2B5EF4-FFF2-40B4-BE49-F238E27FC236}">
                <a16:creationId xmlns:a16="http://schemas.microsoft.com/office/drawing/2014/main" xmlns="" id="{8B25E715-04F3-90A6-29E6-4D2CDBB5111F}"/>
              </a:ext>
            </a:extLst>
          </p:cNvPr>
          <p:cNvSpPr>
            <a:spLocks noChangeShapeType="1"/>
          </p:cNvSpPr>
          <p:nvPr/>
        </p:nvSpPr>
        <p:spPr bwMode="auto">
          <a:xfrm>
            <a:off x="5410200" y="5341938"/>
            <a:ext cx="1588" cy="784225"/>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2" name="Line 9">
            <a:extLst>
              <a:ext uri="{FF2B5EF4-FFF2-40B4-BE49-F238E27FC236}">
                <a16:creationId xmlns:a16="http://schemas.microsoft.com/office/drawing/2014/main" xmlns="" id="{03E2E617-8716-EAD8-E6E5-DE0DDA517EC6}"/>
              </a:ext>
            </a:extLst>
          </p:cNvPr>
          <p:cNvSpPr>
            <a:spLocks noChangeShapeType="1"/>
          </p:cNvSpPr>
          <p:nvPr/>
        </p:nvSpPr>
        <p:spPr bwMode="auto">
          <a:xfrm>
            <a:off x="6324600" y="5337175"/>
            <a:ext cx="1588" cy="793750"/>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3" name="AutoShape 10">
            <a:extLst>
              <a:ext uri="{FF2B5EF4-FFF2-40B4-BE49-F238E27FC236}">
                <a16:creationId xmlns:a16="http://schemas.microsoft.com/office/drawing/2014/main" xmlns="" id="{4B2A904B-FC91-98E9-5695-B134C86142E4}"/>
              </a:ext>
            </a:extLst>
          </p:cNvPr>
          <p:cNvSpPr>
            <a:spLocks noChangeArrowheads="1"/>
          </p:cNvSpPr>
          <p:nvPr/>
        </p:nvSpPr>
        <p:spPr bwMode="auto">
          <a:xfrm>
            <a:off x="960438" y="4876800"/>
            <a:ext cx="725487"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[ 0 ]</a:t>
            </a:r>
          </a:p>
        </p:txBody>
      </p:sp>
      <p:sp>
        <p:nvSpPr>
          <p:cNvPr id="18444" name="AutoShape 11">
            <a:extLst>
              <a:ext uri="{FF2B5EF4-FFF2-40B4-BE49-F238E27FC236}">
                <a16:creationId xmlns:a16="http://schemas.microsoft.com/office/drawing/2014/main" xmlns="" id="{A3123749-A6E9-B58C-FFB3-5E64085752A4}"/>
              </a:ext>
            </a:extLst>
          </p:cNvPr>
          <p:cNvSpPr>
            <a:spLocks noChangeArrowheads="1"/>
          </p:cNvSpPr>
          <p:nvPr/>
        </p:nvSpPr>
        <p:spPr bwMode="auto">
          <a:xfrm>
            <a:off x="1820863" y="4876800"/>
            <a:ext cx="725487"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[ 1 ]</a:t>
            </a:r>
          </a:p>
        </p:txBody>
      </p:sp>
      <p:sp>
        <p:nvSpPr>
          <p:cNvPr id="18445" name="AutoShape 12">
            <a:extLst>
              <a:ext uri="{FF2B5EF4-FFF2-40B4-BE49-F238E27FC236}">
                <a16:creationId xmlns:a16="http://schemas.microsoft.com/office/drawing/2014/main" xmlns="" id="{2CEA2E4D-0D85-7B83-810C-A41C2404FD6F}"/>
              </a:ext>
            </a:extLst>
          </p:cNvPr>
          <p:cNvSpPr>
            <a:spLocks noChangeArrowheads="1"/>
          </p:cNvSpPr>
          <p:nvPr/>
        </p:nvSpPr>
        <p:spPr bwMode="auto">
          <a:xfrm>
            <a:off x="2735263" y="4876800"/>
            <a:ext cx="725487"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[ 2 ]</a:t>
            </a:r>
          </a:p>
        </p:txBody>
      </p:sp>
      <p:sp>
        <p:nvSpPr>
          <p:cNvPr id="18446" name="AutoShape 13">
            <a:extLst>
              <a:ext uri="{FF2B5EF4-FFF2-40B4-BE49-F238E27FC236}">
                <a16:creationId xmlns:a16="http://schemas.microsoft.com/office/drawing/2014/main" xmlns="" id="{0D6E571E-F681-5B90-016A-DBDC04BF55F6}"/>
              </a:ext>
            </a:extLst>
          </p:cNvPr>
          <p:cNvSpPr>
            <a:spLocks noChangeArrowheads="1"/>
          </p:cNvSpPr>
          <p:nvPr/>
        </p:nvSpPr>
        <p:spPr bwMode="auto">
          <a:xfrm>
            <a:off x="3616325" y="4876800"/>
            <a:ext cx="725488"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[ 3 ]</a:t>
            </a:r>
          </a:p>
        </p:txBody>
      </p:sp>
      <p:sp>
        <p:nvSpPr>
          <p:cNvPr id="18447" name="AutoShape 14">
            <a:extLst>
              <a:ext uri="{FF2B5EF4-FFF2-40B4-BE49-F238E27FC236}">
                <a16:creationId xmlns:a16="http://schemas.microsoft.com/office/drawing/2014/main" xmlns="" id="{12B42D8C-B3DB-18F7-512E-F63EB83CF9E6}"/>
              </a:ext>
            </a:extLst>
          </p:cNvPr>
          <p:cNvSpPr>
            <a:spLocks noChangeArrowheads="1"/>
          </p:cNvSpPr>
          <p:nvPr/>
        </p:nvSpPr>
        <p:spPr bwMode="auto">
          <a:xfrm>
            <a:off x="4530725" y="4876800"/>
            <a:ext cx="725488"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[ 4 ]</a:t>
            </a:r>
          </a:p>
        </p:txBody>
      </p:sp>
      <p:sp>
        <p:nvSpPr>
          <p:cNvPr id="18448" name="AutoShape 15">
            <a:extLst>
              <a:ext uri="{FF2B5EF4-FFF2-40B4-BE49-F238E27FC236}">
                <a16:creationId xmlns:a16="http://schemas.microsoft.com/office/drawing/2014/main" xmlns="" id="{8E3ABCE0-5D87-CDE0-8E22-46C37A87F9D9}"/>
              </a:ext>
            </a:extLst>
          </p:cNvPr>
          <p:cNvSpPr>
            <a:spLocks noChangeArrowheads="1"/>
          </p:cNvSpPr>
          <p:nvPr/>
        </p:nvSpPr>
        <p:spPr bwMode="auto">
          <a:xfrm>
            <a:off x="5502275" y="4876800"/>
            <a:ext cx="725488"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[ 5 ]</a:t>
            </a:r>
          </a:p>
        </p:txBody>
      </p:sp>
      <p:sp>
        <p:nvSpPr>
          <p:cNvPr id="18449" name="AutoShape 16">
            <a:extLst>
              <a:ext uri="{FF2B5EF4-FFF2-40B4-BE49-F238E27FC236}">
                <a16:creationId xmlns:a16="http://schemas.microsoft.com/office/drawing/2014/main" xmlns="" id="{FAC45F99-53BD-BA8E-E3D0-02C9C0CDBB26}"/>
              </a:ext>
            </a:extLst>
          </p:cNvPr>
          <p:cNvSpPr>
            <a:spLocks noChangeArrowheads="1"/>
          </p:cNvSpPr>
          <p:nvPr/>
        </p:nvSpPr>
        <p:spPr bwMode="auto">
          <a:xfrm>
            <a:off x="7669213" y="5341938"/>
            <a:ext cx="901700" cy="785812"/>
          </a:xfrm>
          <a:prstGeom prst="roundRect">
            <a:avLst>
              <a:gd name="adj" fmla="val 199"/>
            </a:avLst>
          </a:prstGeom>
          <a:solidFill>
            <a:srgbClr val="808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18450" name="AutoShape 17">
            <a:extLst>
              <a:ext uri="{FF2B5EF4-FFF2-40B4-BE49-F238E27FC236}">
                <a16:creationId xmlns:a16="http://schemas.microsoft.com/office/drawing/2014/main" xmlns="" id="{108A5557-39D6-EDA2-2EF6-56337D2F38E2}"/>
              </a:ext>
            </a:extLst>
          </p:cNvPr>
          <p:cNvSpPr>
            <a:spLocks noChangeArrowheads="1"/>
          </p:cNvSpPr>
          <p:nvPr/>
        </p:nvSpPr>
        <p:spPr bwMode="auto">
          <a:xfrm>
            <a:off x="7824788" y="4879975"/>
            <a:ext cx="981075"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[ 700]</a:t>
            </a:r>
          </a:p>
        </p:txBody>
      </p:sp>
      <p:grpSp>
        <p:nvGrpSpPr>
          <p:cNvPr id="18451" name="Group 18">
            <a:extLst>
              <a:ext uri="{FF2B5EF4-FFF2-40B4-BE49-F238E27FC236}">
                <a16:creationId xmlns:a16="http://schemas.microsoft.com/office/drawing/2014/main" xmlns="" id="{70EFF11C-4EE1-C48E-EAAE-B0E8F1A88FC5}"/>
              </a:ext>
            </a:extLst>
          </p:cNvPr>
          <p:cNvGrpSpPr>
            <a:grpSpLocks/>
          </p:cNvGrpSpPr>
          <p:nvPr/>
        </p:nvGrpSpPr>
        <p:grpSpPr bwMode="auto">
          <a:xfrm>
            <a:off x="4598988" y="5475288"/>
            <a:ext cx="674687" cy="517525"/>
            <a:chOff x="2897" y="3449"/>
            <a:chExt cx="425" cy="326"/>
          </a:xfrm>
        </p:grpSpPr>
        <p:sp>
          <p:nvSpPr>
            <p:cNvPr id="18468" name="AutoShape 19">
              <a:extLst>
                <a:ext uri="{FF2B5EF4-FFF2-40B4-BE49-F238E27FC236}">
                  <a16:creationId xmlns:a16="http://schemas.microsoft.com/office/drawing/2014/main" xmlns="" id="{825DF9D1-A4A4-1BE6-5A4A-A6FF38C728BD}"/>
                </a:ext>
              </a:extLst>
            </p:cNvPr>
            <p:cNvSpPr>
              <a:spLocks noChangeArrowheads="1"/>
            </p:cNvSpPr>
            <p:nvPr/>
          </p:nvSpPr>
          <p:spPr bwMode="auto">
            <a:xfrm>
              <a:off x="2897" y="3449"/>
              <a:ext cx="426"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506643548</a:t>
              </a:r>
            </a:p>
          </p:txBody>
        </p:sp>
        <p:pic>
          <p:nvPicPr>
            <p:cNvPr id="18469" name="Picture 20">
              <a:extLst>
                <a:ext uri="{FF2B5EF4-FFF2-40B4-BE49-F238E27FC236}">
                  <a16:creationId xmlns:a16="http://schemas.microsoft.com/office/drawing/2014/main" xmlns="" id="{39366814-1843-9D66-7A64-A04D1CE6D24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r="35909" b="42468"/>
            <a:stretch>
              <a:fillRect/>
            </a:stretch>
          </p:blipFill>
          <p:spPr bwMode="auto">
            <a:xfrm>
              <a:off x="2945" y="3524"/>
              <a:ext cx="25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8452" name="Group 21">
            <a:extLst>
              <a:ext uri="{FF2B5EF4-FFF2-40B4-BE49-F238E27FC236}">
                <a16:creationId xmlns:a16="http://schemas.microsoft.com/office/drawing/2014/main" xmlns="" id="{484065F5-7580-6CA7-E617-9BF60F78DC75}"/>
              </a:ext>
            </a:extLst>
          </p:cNvPr>
          <p:cNvGrpSpPr>
            <a:grpSpLocks/>
          </p:cNvGrpSpPr>
          <p:nvPr/>
        </p:nvGrpSpPr>
        <p:grpSpPr bwMode="auto">
          <a:xfrm>
            <a:off x="2822575" y="5449888"/>
            <a:ext cx="674688" cy="568325"/>
            <a:chOff x="1778" y="3433"/>
            <a:chExt cx="425" cy="358"/>
          </a:xfrm>
        </p:grpSpPr>
        <p:sp>
          <p:nvSpPr>
            <p:cNvPr id="18466" name="AutoShape 22">
              <a:extLst>
                <a:ext uri="{FF2B5EF4-FFF2-40B4-BE49-F238E27FC236}">
                  <a16:creationId xmlns:a16="http://schemas.microsoft.com/office/drawing/2014/main" xmlns="" id="{8B4E2ECD-6C6B-6CC0-F557-6425601BDC70}"/>
                </a:ext>
              </a:extLst>
            </p:cNvPr>
            <p:cNvSpPr>
              <a:spLocks noChangeArrowheads="1"/>
            </p:cNvSpPr>
            <p:nvPr/>
          </p:nvSpPr>
          <p:spPr bwMode="auto">
            <a:xfrm>
              <a:off x="1778" y="3433"/>
              <a:ext cx="426"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233667136</a:t>
              </a:r>
            </a:p>
          </p:txBody>
        </p:sp>
        <p:pic>
          <p:nvPicPr>
            <p:cNvPr id="18467" name="Picture 23">
              <a:extLst>
                <a:ext uri="{FF2B5EF4-FFF2-40B4-BE49-F238E27FC236}">
                  <a16:creationId xmlns:a16="http://schemas.microsoft.com/office/drawing/2014/main" xmlns="" id="{10CF8419-D2A6-34DC-37DA-08CA5FC25CB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8453" name="Group 24">
            <a:extLst>
              <a:ext uri="{FF2B5EF4-FFF2-40B4-BE49-F238E27FC236}">
                <a16:creationId xmlns:a16="http://schemas.microsoft.com/office/drawing/2014/main" xmlns="" id="{BCB73ED4-6AF9-06F1-AD13-2B6B9844FE84}"/>
              </a:ext>
            </a:extLst>
          </p:cNvPr>
          <p:cNvGrpSpPr>
            <a:grpSpLocks/>
          </p:cNvGrpSpPr>
          <p:nvPr/>
        </p:nvGrpSpPr>
        <p:grpSpPr bwMode="auto">
          <a:xfrm>
            <a:off x="1906588" y="5445125"/>
            <a:ext cx="620712" cy="576263"/>
            <a:chOff x="1201" y="3430"/>
            <a:chExt cx="391" cy="363"/>
          </a:xfrm>
        </p:grpSpPr>
        <p:sp>
          <p:nvSpPr>
            <p:cNvPr id="18464" name="AutoShape 25">
              <a:extLst>
                <a:ext uri="{FF2B5EF4-FFF2-40B4-BE49-F238E27FC236}">
                  <a16:creationId xmlns:a16="http://schemas.microsoft.com/office/drawing/2014/main" xmlns="" id="{E64FAE7E-0DAB-B610-CB93-D63808B24401}"/>
                </a:ext>
              </a:extLst>
            </p:cNvPr>
            <p:cNvSpPr>
              <a:spLocks noChangeArrowheads="1"/>
            </p:cNvSpPr>
            <p:nvPr/>
          </p:nvSpPr>
          <p:spPr bwMode="auto">
            <a:xfrm>
              <a:off x="1201" y="3430"/>
              <a:ext cx="392"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281942902</a:t>
              </a:r>
            </a:p>
          </p:txBody>
        </p:sp>
        <p:pic>
          <p:nvPicPr>
            <p:cNvPr id="18465" name="Picture 26">
              <a:extLst>
                <a:ext uri="{FF2B5EF4-FFF2-40B4-BE49-F238E27FC236}">
                  <a16:creationId xmlns:a16="http://schemas.microsoft.com/office/drawing/2014/main" xmlns="" id="{4E4E7970-255F-26C1-009F-6E89C4CDCB9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8454" name="Group 27">
            <a:extLst>
              <a:ext uri="{FF2B5EF4-FFF2-40B4-BE49-F238E27FC236}">
                <a16:creationId xmlns:a16="http://schemas.microsoft.com/office/drawing/2014/main" xmlns="" id="{FA35C7BD-AD82-C05A-143C-6E25C8254972}"/>
              </a:ext>
            </a:extLst>
          </p:cNvPr>
          <p:cNvGrpSpPr>
            <a:grpSpLocks/>
          </p:cNvGrpSpPr>
          <p:nvPr/>
        </p:nvGrpSpPr>
        <p:grpSpPr bwMode="auto">
          <a:xfrm>
            <a:off x="7764463" y="5480050"/>
            <a:ext cx="725487" cy="506413"/>
            <a:chOff x="4891" y="3452"/>
            <a:chExt cx="457" cy="319"/>
          </a:xfrm>
        </p:grpSpPr>
        <p:sp>
          <p:nvSpPr>
            <p:cNvPr id="18462" name="AutoShape 28">
              <a:extLst>
                <a:ext uri="{FF2B5EF4-FFF2-40B4-BE49-F238E27FC236}">
                  <a16:creationId xmlns:a16="http://schemas.microsoft.com/office/drawing/2014/main" xmlns="" id="{4253A4BC-4651-46B9-240F-B74F28B13A94}"/>
                </a:ext>
              </a:extLst>
            </p:cNvPr>
            <p:cNvSpPr>
              <a:spLocks noChangeArrowheads="1"/>
            </p:cNvSpPr>
            <p:nvPr/>
          </p:nvSpPr>
          <p:spPr bwMode="auto">
            <a:xfrm>
              <a:off x="4928" y="3452"/>
              <a:ext cx="392"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155778322</a:t>
              </a:r>
            </a:p>
          </p:txBody>
        </p:sp>
        <p:pic>
          <p:nvPicPr>
            <p:cNvPr id="18463" name="Picture 29">
              <a:extLst>
                <a:ext uri="{FF2B5EF4-FFF2-40B4-BE49-F238E27FC236}">
                  <a16:creationId xmlns:a16="http://schemas.microsoft.com/office/drawing/2014/main" xmlns="" id="{0524BFAE-4784-EA3F-5830-E59E9A35DF7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b="53267"/>
            <a:stretch>
              <a:fillRect/>
            </a:stretch>
          </p:blipFill>
          <p:spPr bwMode="auto">
            <a:xfrm>
              <a:off x="4891" y="3500"/>
              <a:ext cx="458"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8455" name="Group 30">
            <a:extLst>
              <a:ext uri="{FF2B5EF4-FFF2-40B4-BE49-F238E27FC236}">
                <a16:creationId xmlns:a16="http://schemas.microsoft.com/office/drawing/2014/main" xmlns="" id="{B66536D0-E919-3D3F-D7D8-513F31FAAE44}"/>
              </a:ext>
            </a:extLst>
          </p:cNvPr>
          <p:cNvGrpSpPr>
            <a:grpSpLocks/>
          </p:cNvGrpSpPr>
          <p:nvPr/>
        </p:nvGrpSpPr>
        <p:grpSpPr bwMode="auto">
          <a:xfrm>
            <a:off x="6596063" y="4014788"/>
            <a:ext cx="1309687" cy="2830512"/>
            <a:chOff x="4155" y="2529"/>
            <a:chExt cx="825" cy="1783"/>
          </a:xfrm>
        </p:grpSpPr>
        <p:sp>
          <p:nvSpPr>
            <p:cNvPr id="18460" name="Freeform 31">
              <a:extLst>
                <a:ext uri="{FF2B5EF4-FFF2-40B4-BE49-F238E27FC236}">
                  <a16:creationId xmlns:a16="http://schemas.microsoft.com/office/drawing/2014/main" xmlns="" id="{9B23EBFC-8213-0698-0BEE-B3D945F0F001}"/>
                </a:ext>
              </a:extLst>
            </p:cNvPr>
            <p:cNvSpPr>
              <a:spLocks noChangeArrowheads="1"/>
            </p:cNvSpPr>
            <p:nvPr/>
          </p:nvSpPr>
          <p:spPr bwMode="auto">
            <a:xfrm>
              <a:off x="4155" y="2529"/>
              <a:ext cx="826" cy="1784"/>
            </a:xfrm>
            <a:custGeom>
              <a:avLst/>
              <a:gdLst>
                <a:gd name="T0" fmla="*/ 0 w 3644"/>
                <a:gd name="T1" fmla="*/ 0 h 7868"/>
                <a:gd name="T2" fmla="*/ 0 w 3644"/>
                <a:gd name="T3" fmla="*/ 0 h 7868"/>
                <a:gd name="T4" fmla="*/ 0 w 3644"/>
                <a:gd name="T5" fmla="*/ 0 h 7868"/>
                <a:gd name="T6" fmla="*/ 0 w 3644"/>
                <a:gd name="T7" fmla="*/ 0 h 7868"/>
                <a:gd name="T8" fmla="*/ 0 w 3644"/>
                <a:gd name="T9" fmla="*/ 0 h 7868"/>
                <a:gd name="T10" fmla="*/ 0 w 3644"/>
                <a:gd name="T11" fmla="*/ 0 h 7868"/>
                <a:gd name="T12" fmla="*/ 0 w 3644"/>
                <a:gd name="T13" fmla="*/ 0 h 7868"/>
                <a:gd name="T14" fmla="*/ 0 60000 65536"/>
                <a:gd name="T15" fmla="*/ 0 60000 65536"/>
                <a:gd name="T16" fmla="*/ 0 60000 65536"/>
                <a:gd name="T17" fmla="*/ 0 60000 65536"/>
                <a:gd name="T18" fmla="*/ 0 60000 65536"/>
                <a:gd name="T19" fmla="*/ 0 60000 65536"/>
                <a:gd name="T20" fmla="*/ 0 60000 65536"/>
                <a:gd name="T21" fmla="*/ 0 w 3644"/>
                <a:gd name="T22" fmla="*/ 0 h 7868"/>
                <a:gd name="T23" fmla="*/ 3644 w 3644"/>
                <a:gd name="T24" fmla="*/ 7868 h 78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 h="7868">
                  <a:moveTo>
                    <a:pt x="1475" y="0"/>
                  </a:moveTo>
                  <a:lnTo>
                    <a:pt x="0" y="4213"/>
                  </a:lnTo>
                  <a:lnTo>
                    <a:pt x="445" y="4920"/>
                  </a:lnTo>
                  <a:lnTo>
                    <a:pt x="189" y="5414"/>
                  </a:lnTo>
                  <a:lnTo>
                    <a:pt x="1068" y="7867"/>
                  </a:lnTo>
                  <a:lnTo>
                    <a:pt x="3643" y="5149"/>
                  </a:lnTo>
                  <a:lnTo>
                    <a:pt x="147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61" name="AutoShape 32">
              <a:extLst>
                <a:ext uri="{FF2B5EF4-FFF2-40B4-BE49-F238E27FC236}">
                  <a16:creationId xmlns:a16="http://schemas.microsoft.com/office/drawing/2014/main" xmlns="" id="{17CDBF16-DA1C-B5D9-2C57-FAF7C22F9BB2}"/>
                </a:ext>
              </a:extLst>
            </p:cNvPr>
            <p:cNvSpPr>
              <a:spLocks noChangeArrowheads="1"/>
            </p:cNvSpPr>
            <p:nvPr/>
          </p:nvSpPr>
          <p:spPr bwMode="auto">
            <a:xfrm>
              <a:off x="4353" y="3461"/>
              <a:ext cx="383" cy="288"/>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 .</a:t>
              </a:r>
            </a:p>
          </p:txBody>
        </p:sp>
      </p:grpSp>
      <p:sp>
        <p:nvSpPr>
          <p:cNvPr id="18456" name="AutoShape 33">
            <a:extLst>
              <a:ext uri="{FF2B5EF4-FFF2-40B4-BE49-F238E27FC236}">
                <a16:creationId xmlns:a16="http://schemas.microsoft.com/office/drawing/2014/main" xmlns="" id="{670EDF5C-CE01-4E59-AE9C-E87333ADC566}"/>
              </a:ext>
            </a:extLst>
          </p:cNvPr>
          <p:cNvSpPr>
            <a:spLocks noChangeArrowheads="1"/>
          </p:cNvSpPr>
          <p:nvPr/>
        </p:nvSpPr>
        <p:spPr bwMode="auto">
          <a:xfrm>
            <a:off x="6029325" y="912813"/>
            <a:ext cx="2589213" cy="2474912"/>
          </a:xfrm>
          <a:prstGeom prst="roundRect">
            <a:avLst>
              <a:gd name="adj" fmla="val 60"/>
            </a:avLst>
          </a:prstGeom>
          <a:solidFill>
            <a:srgbClr val="808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18457" name="Oval 35">
            <a:extLst>
              <a:ext uri="{FF2B5EF4-FFF2-40B4-BE49-F238E27FC236}">
                <a16:creationId xmlns:a16="http://schemas.microsoft.com/office/drawing/2014/main" xmlns="" id="{A7B17D19-8AAB-0A4E-8307-9147B293F0A7}"/>
              </a:ext>
            </a:extLst>
          </p:cNvPr>
          <p:cNvSpPr>
            <a:spLocks noChangeArrowheads="1"/>
          </p:cNvSpPr>
          <p:nvPr/>
        </p:nvSpPr>
        <p:spPr bwMode="auto">
          <a:xfrm>
            <a:off x="6864350" y="895350"/>
            <a:ext cx="1874838" cy="858838"/>
          </a:xfrm>
          <a:prstGeom prst="ellipse">
            <a:avLst/>
          </a:prstGeom>
          <a:solidFill>
            <a:srgbClr val="000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18458" name="AutoShape 36">
            <a:extLst>
              <a:ext uri="{FF2B5EF4-FFF2-40B4-BE49-F238E27FC236}">
                <a16:creationId xmlns:a16="http://schemas.microsoft.com/office/drawing/2014/main" xmlns="" id="{CA2BB839-FB63-AFE0-E03E-D976E3E26534}"/>
              </a:ext>
            </a:extLst>
          </p:cNvPr>
          <p:cNvSpPr>
            <a:spLocks noChangeArrowheads="1"/>
          </p:cNvSpPr>
          <p:nvPr/>
        </p:nvSpPr>
        <p:spPr bwMode="auto">
          <a:xfrm>
            <a:off x="6156325" y="1103313"/>
            <a:ext cx="2271713" cy="433387"/>
          </a:xfrm>
          <a:prstGeom prst="roundRect">
            <a:avLst>
              <a:gd name="adj" fmla="val 4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Number </a:t>
            </a:r>
            <a:r>
              <a:rPr lang="en-GB" altLang="en-US" sz="1600" b="1">
                <a:latin typeface="Times New Roman" panose="02020603050405020304" pitchFamily="18" charset="0"/>
              </a:rPr>
              <a:t>580625685</a:t>
            </a:r>
          </a:p>
        </p:txBody>
      </p:sp>
      <p:pic>
        <p:nvPicPr>
          <p:cNvPr id="18459" name="Picture 37" descr="Image result for albert einstein">
            <a:hlinkClick r:id="rId7"/>
            <a:extLst>
              <a:ext uri="{FF2B5EF4-FFF2-40B4-BE49-F238E27FC236}">
                <a16:creationId xmlns:a16="http://schemas.microsoft.com/office/drawing/2014/main" xmlns="" id="{A04C8D3E-7062-1B0D-476E-246972AAED2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42075" y="2109788"/>
            <a:ext cx="1722438"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
            <a:extLst>
              <a:ext uri="{FF2B5EF4-FFF2-40B4-BE49-F238E27FC236}">
                <a16:creationId xmlns:a16="http://schemas.microsoft.com/office/drawing/2014/main" xmlns="" id="{78585BFA-3753-0886-832F-AD88F20521BF}"/>
              </a:ext>
            </a:extLst>
          </p:cNvPr>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t>Inserting a New Record</a:t>
            </a:r>
          </a:p>
        </p:txBody>
      </p:sp>
      <p:sp>
        <p:nvSpPr>
          <p:cNvPr id="20483" name="Rectangle 2">
            <a:extLst>
              <a:ext uri="{FF2B5EF4-FFF2-40B4-BE49-F238E27FC236}">
                <a16:creationId xmlns:a16="http://schemas.microsoft.com/office/drawing/2014/main" xmlns="" id="{59956C1C-5B08-9D8C-A5C0-F97D0DAE0708}"/>
              </a:ext>
            </a:extLst>
          </p:cNvPr>
          <p:cNvSpPr>
            <a:spLocks noGrp="1" noChangeArrowheads="1"/>
          </p:cNvSpPr>
          <p:nvPr>
            <p:ph type="body" idx="1"/>
          </p:nvPr>
        </p:nvSpPr>
        <p:spPr>
          <a:xfrm>
            <a:off x="685800" y="1774825"/>
            <a:ext cx="4525963" cy="4114800"/>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a:t>The hash value is used for the location of the new record.</a:t>
            </a:r>
          </a:p>
        </p:txBody>
      </p:sp>
      <p:sp>
        <p:nvSpPr>
          <p:cNvPr id="20484" name="Freeform 3">
            <a:extLst>
              <a:ext uri="{FF2B5EF4-FFF2-40B4-BE49-F238E27FC236}">
                <a16:creationId xmlns:a16="http://schemas.microsoft.com/office/drawing/2014/main" xmlns="" id="{B7FFCBE9-32EE-20EC-DD1B-6DE79E5E8A78}"/>
              </a:ext>
            </a:extLst>
          </p:cNvPr>
          <p:cNvSpPr>
            <a:spLocks noChangeArrowheads="1"/>
          </p:cNvSpPr>
          <p:nvPr/>
        </p:nvSpPr>
        <p:spPr bwMode="auto">
          <a:xfrm>
            <a:off x="6818313" y="3355975"/>
            <a:ext cx="1309687" cy="2830513"/>
          </a:xfrm>
          <a:custGeom>
            <a:avLst/>
            <a:gdLst>
              <a:gd name="T0" fmla="*/ 2147483646 w 3639"/>
              <a:gd name="T1" fmla="*/ 0 h 7864"/>
              <a:gd name="T2" fmla="*/ 0 w 3639"/>
              <a:gd name="T3" fmla="*/ 2147483646 h 7864"/>
              <a:gd name="T4" fmla="*/ 2147483646 w 3639"/>
              <a:gd name="T5" fmla="*/ 2147483646 h 7864"/>
              <a:gd name="T6" fmla="*/ 2147483646 w 3639"/>
              <a:gd name="T7" fmla="*/ 2147483646 h 7864"/>
              <a:gd name="T8" fmla="*/ 2147483646 w 3639"/>
              <a:gd name="T9" fmla="*/ 2147483646 h 7864"/>
              <a:gd name="T10" fmla="*/ 2147483646 w 3639"/>
              <a:gd name="T11" fmla="*/ 2147483646 h 7864"/>
              <a:gd name="T12" fmla="*/ 2147483646 w 3639"/>
              <a:gd name="T13" fmla="*/ 0 h 7864"/>
              <a:gd name="T14" fmla="*/ 0 60000 65536"/>
              <a:gd name="T15" fmla="*/ 0 60000 65536"/>
              <a:gd name="T16" fmla="*/ 0 60000 65536"/>
              <a:gd name="T17" fmla="*/ 0 60000 65536"/>
              <a:gd name="T18" fmla="*/ 0 60000 65536"/>
              <a:gd name="T19" fmla="*/ 0 60000 65536"/>
              <a:gd name="T20" fmla="*/ 0 60000 65536"/>
              <a:gd name="T21" fmla="*/ 0 w 3639"/>
              <a:gd name="T22" fmla="*/ 0 h 7864"/>
              <a:gd name="T23" fmla="*/ 3639 w 3639"/>
              <a:gd name="T24" fmla="*/ 7864 h 78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39" h="7864">
                <a:moveTo>
                  <a:pt x="1473" y="0"/>
                </a:moveTo>
                <a:lnTo>
                  <a:pt x="0" y="4211"/>
                </a:lnTo>
                <a:lnTo>
                  <a:pt x="445" y="4917"/>
                </a:lnTo>
                <a:lnTo>
                  <a:pt x="189" y="5411"/>
                </a:lnTo>
                <a:lnTo>
                  <a:pt x="1067" y="7863"/>
                </a:lnTo>
                <a:lnTo>
                  <a:pt x="3638" y="5146"/>
                </a:lnTo>
                <a:lnTo>
                  <a:pt x="147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485" name="AutoShape 4">
            <a:extLst>
              <a:ext uri="{FF2B5EF4-FFF2-40B4-BE49-F238E27FC236}">
                <a16:creationId xmlns:a16="http://schemas.microsoft.com/office/drawing/2014/main" xmlns="" id="{ECD414C0-52DF-D2E2-4909-2FB16720ECC2}"/>
              </a:ext>
            </a:extLst>
          </p:cNvPr>
          <p:cNvSpPr>
            <a:spLocks noChangeArrowheads="1"/>
          </p:cNvSpPr>
          <p:nvPr/>
        </p:nvSpPr>
        <p:spPr bwMode="auto">
          <a:xfrm>
            <a:off x="6029325" y="912813"/>
            <a:ext cx="2589213" cy="2474912"/>
          </a:xfrm>
          <a:prstGeom prst="roundRect">
            <a:avLst>
              <a:gd name="adj" fmla="val 60"/>
            </a:avLst>
          </a:prstGeom>
          <a:solidFill>
            <a:srgbClr val="808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20486" name="Oval 6">
            <a:extLst>
              <a:ext uri="{FF2B5EF4-FFF2-40B4-BE49-F238E27FC236}">
                <a16:creationId xmlns:a16="http://schemas.microsoft.com/office/drawing/2014/main" xmlns="" id="{F25339FA-901A-0BE7-D4D9-F0576BF10B0F}"/>
              </a:ext>
            </a:extLst>
          </p:cNvPr>
          <p:cNvSpPr>
            <a:spLocks noChangeArrowheads="1"/>
          </p:cNvSpPr>
          <p:nvPr/>
        </p:nvSpPr>
        <p:spPr bwMode="auto">
          <a:xfrm>
            <a:off x="6864350" y="895350"/>
            <a:ext cx="1874838" cy="858838"/>
          </a:xfrm>
          <a:prstGeom prst="ellipse">
            <a:avLst/>
          </a:prstGeom>
          <a:solidFill>
            <a:srgbClr val="000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20487" name="AutoShape 7">
            <a:extLst>
              <a:ext uri="{FF2B5EF4-FFF2-40B4-BE49-F238E27FC236}">
                <a16:creationId xmlns:a16="http://schemas.microsoft.com/office/drawing/2014/main" xmlns="" id="{0245F3B5-16E1-0326-8728-DA2C19C558EE}"/>
              </a:ext>
            </a:extLst>
          </p:cNvPr>
          <p:cNvSpPr>
            <a:spLocks noChangeArrowheads="1"/>
          </p:cNvSpPr>
          <p:nvPr/>
        </p:nvSpPr>
        <p:spPr bwMode="auto">
          <a:xfrm>
            <a:off x="6156325" y="1103313"/>
            <a:ext cx="2271713" cy="433387"/>
          </a:xfrm>
          <a:prstGeom prst="roundRect">
            <a:avLst>
              <a:gd name="adj" fmla="val 4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Number </a:t>
            </a:r>
            <a:r>
              <a:rPr lang="en-GB" altLang="en-US" sz="1600" b="1">
                <a:latin typeface="Times New Roman" panose="02020603050405020304" pitchFamily="18" charset="0"/>
              </a:rPr>
              <a:t>580625685</a:t>
            </a:r>
          </a:p>
        </p:txBody>
      </p:sp>
      <p:sp>
        <p:nvSpPr>
          <p:cNvPr id="20488" name="AutoShape 8">
            <a:extLst>
              <a:ext uri="{FF2B5EF4-FFF2-40B4-BE49-F238E27FC236}">
                <a16:creationId xmlns:a16="http://schemas.microsoft.com/office/drawing/2014/main" xmlns="" id="{47D1945A-F341-D36B-BABB-12F5DC24E62E}"/>
              </a:ext>
            </a:extLst>
          </p:cNvPr>
          <p:cNvSpPr>
            <a:spLocks noChangeArrowheads="1"/>
          </p:cNvSpPr>
          <p:nvPr/>
        </p:nvSpPr>
        <p:spPr bwMode="auto">
          <a:xfrm>
            <a:off x="839788" y="5341938"/>
            <a:ext cx="6046787" cy="785812"/>
          </a:xfrm>
          <a:prstGeom prst="roundRect">
            <a:avLst>
              <a:gd name="adj" fmla="val 199"/>
            </a:avLst>
          </a:prstGeom>
          <a:solidFill>
            <a:srgbClr val="808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20489" name="Line 9">
            <a:extLst>
              <a:ext uri="{FF2B5EF4-FFF2-40B4-BE49-F238E27FC236}">
                <a16:creationId xmlns:a16="http://schemas.microsoft.com/office/drawing/2014/main" xmlns="" id="{91AC4468-FC07-9F9E-55F0-094C4F8280E2}"/>
              </a:ext>
            </a:extLst>
          </p:cNvPr>
          <p:cNvSpPr>
            <a:spLocks noChangeShapeType="1"/>
          </p:cNvSpPr>
          <p:nvPr/>
        </p:nvSpPr>
        <p:spPr bwMode="auto">
          <a:xfrm>
            <a:off x="1752600" y="5338763"/>
            <a:ext cx="1588" cy="792162"/>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0" name="Line 10">
            <a:extLst>
              <a:ext uri="{FF2B5EF4-FFF2-40B4-BE49-F238E27FC236}">
                <a16:creationId xmlns:a16="http://schemas.microsoft.com/office/drawing/2014/main" xmlns="" id="{01420A8B-4F21-9EA2-BE55-C999ED3123AA}"/>
              </a:ext>
            </a:extLst>
          </p:cNvPr>
          <p:cNvSpPr>
            <a:spLocks noChangeShapeType="1"/>
          </p:cNvSpPr>
          <p:nvPr/>
        </p:nvSpPr>
        <p:spPr bwMode="auto">
          <a:xfrm>
            <a:off x="2667000" y="5338763"/>
            <a:ext cx="1588" cy="792162"/>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1" name="Line 11">
            <a:extLst>
              <a:ext uri="{FF2B5EF4-FFF2-40B4-BE49-F238E27FC236}">
                <a16:creationId xmlns:a16="http://schemas.microsoft.com/office/drawing/2014/main" xmlns="" id="{D24BDB16-69F0-0013-7D72-99F17F9A438D}"/>
              </a:ext>
            </a:extLst>
          </p:cNvPr>
          <p:cNvSpPr>
            <a:spLocks noChangeShapeType="1"/>
          </p:cNvSpPr>
          <p:nvPr/>
        </p:nvSpPr>
        <p:spPr bwMode="auto">
          <a:xfrm>
            <a:off x="3579813" y="5338763"/>
            <a:ext cx="1587" cy="792162"/>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2" name="Line 12">
            <a:extLst>
              <a:ext uri="{FF2B5EF4-FFF2-40B4-BE49-F238E27FC236}">
                <a16:creationId xmlns:a16="http://schemas.microsoft.com/office/drawing/2014/main" xmlns="" id="{9DAA335E-1109-966F-27E2-24CE3C25CE97}"/>
              </a:ext>
            </a:extLst>
          </p:cNvPr>
          <p:cNvSpPr>
            <a:spLocks noChangeShapeType="1"/>
          </p:cNvSpPr>
          <p:nvPr/>
        </p:nvSpPr>
        <p:spPr bwMode="auto">
          <a:xfrm>
            <a:off x="4495800" y="5341938"/>
            <a:ext cx="1588" cy="784225"/>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3" name="Line 13">
            <a:extLst>
              <a:ext uri="{FF2B5EF4-FFF2-40B4-BE49-F238E27FC236}">
                <a16:creationId xmlns:a16="http://schemas.microsoft.com/office/drawing/2014/main" xmlns="" id="{330F57FE-A3A8-99DB-6851-015B2C79F848}"/>
              </a:ext>
            </a:extLst>
          </p:cNvPr>
          <p:cNvSpPr>
            <a:spLocks noChangeShapeType="1"/>
          </p:cNvSpPr>
          <p:nvPr/>
        </p:nvSpPr>
        <p:spPr bwMode="auto">
          <a:xfrm>
            <a:off x="5410200" y="5341938"/>
            <a:ext cx="1588" cy="784225"/>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4" name="Line 14">
            <a:extLst>
              <a:ext uri="{FF2B5EF4-FFF2-40B4-BE49-F238E27FC236}">
                <a16:creationId xmlns:a16="http://schemas.microsoft.com/office/drawing/2014/main" xmlns="" id="{8DDA38A6-1F03-AB3A-9E4F-DF69F1245134}"/>
              </a:ext>
            </a:extLst>
          </p:cNvPr>
          <p:cNvSpPr>
            <a:spLocks noChangeShapeType="1"/>
          </p:cNvSpPr>
          <p:nvPr/>
        </p:nvSpPr>
        <p:spPr bwMode="auto">
          <a:xfrm>
            <a:off x="6324600" y="5337175"/>
            <a:ext cx="1588" cy="793750"/>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5" name="AutoShape 15">
            <a:extLst>
              <a:ext uri="{FF2B5EF4-FFF2-40B4-BE49-F238E27FC236}">
                <a16:creationId xmlns:a16="http://schemas.microsoft.com/office/drawing/2014/main" xmlns="" id="{4ADEB443-0723-BE8A-CBA0-847F12807FA2}"/>
              </a:ext>
            </a:extLst>
          </p:cNvPr>
          <p:cNvSpPr>
            <a:spLocks noChangeArrowheads="1"/>
          </p:cNvSpPr>
          <p:nvPr/>
        </p:nvSpPr>
        <p:spPr bwMode="auto">
          <a:xfrm>
            <a:off x="960438" y="4876800"/>
            <a:ext cx="725487"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[ 0 ]</a:t>
            </a:r>
          </a:p>
        </p:txBody>
      </p:sp>
      <p:sp>
        <p:nvSpPr>
          <p:cNvPr id="20496" name="AutoShape 16">
            <a:extLst>
              <a:ext uri="{FF2B5EF4-FFF2-40B4-BE49-F238E27FC236}">
                <a16:creationId xmlns:a16="http://schemas.microsoft.com/office/drawing/2014/main" xmlns="" id="{8251D95F-FC9C-4287-6CEC-9123D7549ACE}"/>
              </a:ext>
            </a:extLst>
          </p:cNvPr>
          <p:cNvSpPr>
            <a:spLocks noChangeArrowheads="1"/>
          </p:cNvSpPr>
          <p:nvPr/>
        </p:nvSpPr>
        <p:spPr bwMode="auto">
          <a:xfrm>
            <a:off x="1820863" y="4876800"/>
            <a:ext cx="725487"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[ 1 ]</a:t>
            </a:r>
          </a:p>
        </p:txBody>
      </p:sp>
      <p:sp>
        <p:nvSpPr>
          <p:cNvPr id="20497" name="AutoShape 17">
            <a:extLst>
              <a:ext uri="{FF2B5EF4-FFF2-40B4-BE49-F238E27FC236}">
                <a16:creationId xmlns:a16="http://schemas.microsoft.com/office/drawing/2014/main" xmlns="" id="{534602EE-1119-D72C-374C-C824BCBE9DDB}"/>
              </a:ext>
            </a:extLst>
          </p:cNvPr>
          <p:cNvSpPr>
            <a:spLocks noChangeArrowheads="1"/>
          </p:cNvSpPr>
          <p:nvPr/>
        </p:nvSpPr>
        <p:spPr bwMode="auto">
          <a:xfrm>
            <a:off x="2735263" y="4876800"/>
            <a:ext cx="725487"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[ 2 ]</a:t>
            </a:r>
          </a:p>
        </p:txBody>
      </p:sp>
      <p:sp>
        <p:nvSpPr>
          <p:cNvPr id="20498" name="AutoShape 18">
            <a:extLst>
              <a:ext uri="{FF2B5EF4-FFF2-40B4-BE49-F238E27FC236}">
                <a16:creationId xmlns:a16="http://schemas.microsoft.com/office/drawing/2014/main" xmlns="" id="{02959D04-FDC1-97C6-611C-2342141ACC60}"/>
              </a:ext>
            </a:extLst>
          </p:cNvPr>
          <p:cNvSpPr>
            <a:spLocks noChangeArrowheads="1"/>
          </p:cNvSpPr>
          <p:nvPr/>
        </p:nvSpPr>
        <p:spPr bwMode="auto">
          <a:xfrm>
            <a:off x="3616325" y="4876800"/>
            <a:ext cx="725488"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[ 3 ]</a:t>
            </a:r>
          </a:p>
        </p:txBody>
      </p:sp>
      <p:sp>
        <p:nvSpPr>
          <p:cNvPr id="20499" name="AutoShape 19">
            <a:extLst>
              <a:ext uri="{FF2B5EF4-FFF2-40B4-BE49-F238E27FC236}">
                <a16:creationId xmlns:a16="http://schemas.microsoft.com/office/drawing/2014/main" xmlns="" id="{E5D91FBE-2CB7-A086-A0CF-A2773D7CDBC0}"/>
              </a:ext>
            </a:extLst>
          </p:cNvPr>
          <p:cNvSpPr>
            <a:spLocks noChangeArrowheads="1"/>
          </p:cNvSpPr>
          <p:nvPr/>
        </p:nvSpPr>
        <p:spPr bwMode="auto">
          <a:xfrm>
            <a:off x="4530725" y="4876800"/>
            <a:ext cx="725488"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[ 4 ]</a:t>
            </a:r>
          </a:p>
        </p:txBody>
      </p:sp>
      <p:sp>
        <p:nvSpPr>
          <p:cNvPr id="20500" name="AutoShape 20">
            <a:extLst>
              <a:ext uri="{FF2B5EF4-FFF2-40B4-BE49-F238E27FC236}">
                <a16:creationId xmlns:a16="http://schemas.microsoft.com/office/drawing/2014/main" xmlns="" id="{D38A70ED-4894-9DE0-AB62-DEF53132B5E8}"/>
              </a:ext>
            </a:extLst>
          </p:cNvPr>
          <p:cNvSpPr>
            <a:spLocks noChangeArrowheads="1"/>
          </p:cNvSpPr>
          <p:nvPr/>
        </p:nvSpPr>
        <p:spPr bwMode="auto">
          <a:xfrm>
            <a:off x="5502275" y="4876800"/>
            <a:ext cx="725488"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[ 5 ]</a:t>
            </a:r>
          </a:p>
        </p:txBody>
      </p:sp>
      <p:sp>
        <p:nvSpPr>
          <p:cNvPr id="20501" name="AutoShape 21">
            <a:extLst>
              <a:ext uri="{FF2B5EF4-FFF2-40B4-BE49-F238E27FC236}">
                <a16:creationId xmlns:a16="http://schemas.microsoft.com/office/drawing/2014/main" xmlns="" id="{84A8DF17-ECB2-2F4B-36E2-EFEF9629D4B5}"/>
              </a:ext>
            </a:extLst>
          </p:cNvPr>
          <p:cNvSpPr>
            <a:spLocks noChangeArrowheads="1"/>
          </p:cNvSpPr>
          <p:nvPr/>
        </p:nvSpPr>
        <p:spPr bwMode="auto">
          <a:xfrm>
            <a:off x="7669213" y="5341938"/>
            <a:ext cx="901700" cy="785812"/>
          </a:xfrm>
          <a:prstGeom prst="roundRect">
            <a:avLst>
              <a:gd name="adj" fmla="val 199"/>
            </a:avLst>
          </a:prstGeom>
          <a:solidFill>
            <a:srgbClr val="808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20502" name="AutoShape 22">
            <a:extLst>
              <a:ext uri="{FF2B5EF4-FFF2-40B4-BE49-F238E27FC236}">
                <a16:creationId xmlns:a16="http://schemas.microsoft.com/office/drawing/2014/main" xmlns="" id="{50E5CA50-D350-8390-EDF5-3644B836C897}"/>
              </a:ext>
            </a:extLst>
          </p:cNvPr>
          <p:cNvSpPr>
            <a:spLocks noChangeArrowheads="1"/>
          </p:cNvSpPr>
          <p:nvPr/>
        </p:nvSpPr>
        <p:spPr bwMode="auto">
          <a:xfrm>
            <a:off x="7824788" y="4879975"/>
            <a:ext cx="981075"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[ 700]</a:t>
            </a:r>
          </a:p>
        </p:txBody>
      </p:sp>
      <p:grpSp>
        <p:nvGrpSpPr>
          <p:cNvPr id="20503" name="Group 23">
            <a:extLst>
              <a:ext uri="{FF2B5EF4-FFF2-40B4-BE49-F238E27FC236}">
                <a16:creationId xmlns:a16="http://schemas.microsoft.com/office/drawing/2014/main" xmlns="" id="{09741429-28BB-61F2-1E38-56E31F6BAE04}"/>
              </a:ext>
            </a:extLst>
          </p:cNvPr>
          <p:cNvGrpSpPr>
            <a:grpSpLocks/>
          </p:cNvGrpSpPr>
          <p:nvPr/>
        </p:nvGrpSpPr>
        <p:grpSpPr bwMode="auto">
          <a:xfrm>
            <a:off x="4598988" y="5475288"/>
            <a:ext cx="674687" cy="517525"/>
            <a:chOff x="2897" y="3449"/>
            <a:chExt cx="425" cy="326"/>
          </a:xfrm>
        </p:grpSpPr>
        <p:sp>
          <p:nvSpPr>
            <p:cNvPr id="20519" name="AutoShape 24">
              <a:extLst>
                <a:ext uri="{FF2B5EF4-FFF2-40B4-BE49-F238E27FC236}">
                  <a16:creationId xmlns:a16="http://schemas.microsoft.com/office/drawing/2014/main" xmlns="" id="{9A3B2D6C-3FD1-C709-7D63-6F308DE20AA0}"/>
                </a:ext>
              </a:extLst>
            </p:cNvPr>
            <p:cNvSpPr>
              <a:spLocks noChangeArrowheads="1"/>
            </p:cNvSpPr>
            <p:nvPr/>
          </p:nvSpPr>
          <p:spPr bwMode="auto">
            <a:xfrm>
              <a:off x="2897" y="3449"/>
              <a:ext cx="426"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506643548</a:t>
              </a:r>
            </a:p>
          </p:txBody>
        </p:sp>
        <p:pic>
          <p:nvPicPr>
            <p:cNvPr id="20520" name="Picture 25">
              <a:extLst>
                <a:ext uri="{FF2B5EF4-FFF2-40B4-BE49-F238E27FC236}">
                  <a16:creationId xmlns:a16="http://schemas.microsoft.com/office/drawing/2014/main" xmlns="" id="{11B286A4-E6BA-C01B-376E-A9AF7B6F8ED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r="35909" b="42468"/>
            <a:stretch>
              <a:fillRect/>
            </a:stretch>
          </p:blipFill>
          <p:spPr bwMode="auto">
            <a:xfrm>
              <a:off x="2945" y="3524"/>
              <a:ext cx="25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0504" name="Group 26">
            <a:extLst>
              <a:ext uri="{FF2B5EF4-FFF2-40B4-BE49-F238E27FC236}">
                <a16:creationId xmlns:a16="http://schemas.microsoft.com/office/drawing/2014/main" xmlns="" id="{A4981ED6-FAB4-B653-6D26-90197A74EF2E}"/>
              </a:ext>
            </a:extLst>
          </p:cNvPr>
          <p:cNvGrpSpPr>
            <a:grpSpLocks/>
          </p:cNvGrpSpPr>
          <p:nvPr/>
        </p:nvGrpSpPr>
        <p:grpSpPr bwMode="auto">
          <a:xfrm>
            <a:off x="2822575" y="5449888"/>
            <a:ext cx="674688" cy="568325"/>
            <a:chOff x="1778" y="3433"/>
            <a:chExt cx="425" cy="358"/>
          </a:xfrm>
        </p:grpSpPr>
        <p:sp>
          <p:nvSpPr>
            <p:cNvPr id="20517" name="AutoShape 27">
              <a:extLst>
                <a:ext uri="{FF2B5EF4-FFF2-40B4-BE49-F238E27FC236}">
                  <a16:creationId xmlns:a16="http://schemas.microsoft.com/office/drawing/2014/main" xmlns="" id="{0E4A92FB-24FA-9237-D4F0-8A7CF5709C76}"/>
                </a:ext>
              </a:extLst>
            </p:cNvPr>
            <p:cNvSpPr>
              <a:spLocks noChangeArrowheads="1"/>
            </p:cNvSpPr>
            <p:nvPr/>
          </p:nvSpPr>
          <p:spPr bwMode="auto">
            <a:xfrm>
              <a:off x="1778" y="3433"/>
              <a:ext cx="426"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233667136</a:t>
              </a:r>
            </a:p>
          </p:txBody>
        </p:sp>
        <p:pic>
          <p:nvPicPr>
            <p:cNvPr id="20518" name="Picture 28">
              <a:extLst>
                <a:ext uri="{FF2B5EF4-FFF2-40B4-BE49-F238E27FC236}">
                  <a16:creationId xmlns:a16="http://schemas.microsoft.com/office/drawing/2014/main" xmlns="" id="{54B15B78-6064-DF0B-42B5-37AD4EADE96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0505" name="Group 29">
            <a:extLst>
              <a:ext uri="{FF2B5EF4-FFF2-40B4-BE49-F238E27FC236}">
                <a16:creationId xmlns:a16="http://schemas.microsoft.com/office/drawing/2014/main" xmlns="" id="{73BC149E-B145-672A-D82C-38AB0558C1BE}"/>
              </a:ext>
            </a:extLst>
          </p:cNvPr>
          <p:cNvGrpSpPr>
            <a:grpSpLocks/>
          </p:cNvGrpSpPr>
          <p:nvPr/>
        </p:nvGrpSpPr>
        <p:grpSpPr bwMode="auto">
          <a:xfrm>
            <a:off x="1906588" y="5445125"/>
            <a:ext cx="620712" cy="576263"/>
            <a:chOff x="1201" y="3430"/>
            <a:chExt cx="391" cy="363"/>
          </a:xfrm>
        </p:grpSpPr>
        <p:sp>
          <p:nvSpPr>
            <p:cNvPr id="20515" name="AutoShape 30">
              <a:extLst>
                <a:ext uri="{FF2B5EF4-FFF2-40B4-BE49-F238E27FC236}">
                  <a16:creationId xmlns:a16="http://schemas.microsoft.com/office/drawing/2014/main" xmlns="" id="{ED8B545B-9293-4A8C-FF45-3E39CCEDFC65}"/>
                </a:ext>
              </a:extLst>
            </p:cNvPr>
            <p:cNvSpPr>
              <a:spLocks noChangeArrowheads="1"/>
            </p:cNvSpPr>
            <p:nvPr/>
          </p:nvSpPr>
          <p:spPr bwMode="auto">
            <a:xfrm>
              <a:off x="1201" y="3430"/>
              <a:ext cx="392"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281942902</a:t>
              </a:r>
            </a:p>
          </p:txBody>
        </p:sp>
        <p:pic>
          <p:nvPicPr>
            <p:cNvPr id="20516" name="Picture 31">
              <a:extLst>
                <a:ext uri="{FF2B5EF4-FFF2-40B4-BE49-F238E27FC236}">
                  <a16:creationId xmlns:a16="http://schemas.microsoft.com/office/drawing/2014/main" xmlns="" id="{40243104-F414-E43B-0E9A-FB4EF40D854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0506" name="Group 32">
            <a:extLst>
              <a:ext uri="{FF2B5EF4-FFF2-40B4-BE49-F238E27FC236}">
                <a16:creationId xmlns:a16="http://schemas.microsoft.com/office/drawing/2014/main" xmlns="" id="{71F5BA93-3B2D-44D3-F745-A6469A54F052}"/>
              </a:ext>
            </a:extLst>
          </p:cNvPr>
          <p:cNvGrpSpPr>
            <a:grpSpLocks/>
          </p:cNvGrpSpPr>
          <p:nvPr/>
        </p:nvGrpSpPr>
        <p:grpSpPr bwMode="auto">
          <a:xfrm>
            <a:off x="7764463" y="5480050"/>
            <a:ext cx="725487" cy="506413"/>
            <a:chOff x="4891" y="3452"/>
            <a:chExt cx="457" cy="319"/>
          </a:xfrm>
        </p:grpSpPr>
        <p:sp>
          <p:nvSpPr>
            <p:cNvPr id="20513" name="AutoShape 33">
              <a:extLst>
                <a:ext uri="{FF2B5EF4-FFF2-40B4-BE49-F238E27FC236}">
                  <a16:creationId xmlns:a16="http://schemas.microsoft.com/office/drawing/2014/main" xmlns="" id="{A156F38D-C48C-EC07-E2BE-66AF6C6A908E}"/>
                </a:ext>
              </a:extLst>
            </p:cNvPr>
            <p:cNvSpPr>
              <a:spLocks noChangeArrowheads="1"/>
            </p:cNvSpPr>
            <p:nvPr/>
          </p:nvSpPr>
          <p:spPr bwMode="auto">
            <a:xfrm>
              <a:off x="4928" y="3452"/>
              <a:ext cx="392"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155778322</a:t>
              </a:r>
            </a:p>
          </p:txBody>
        </p:sp>
        <p:pic>
          <p:nvPicPr>
            <p:cNvPr id="20514" name="Picture 34">
              <a:extLst>
                <a:ext uri="{FF2B5EF4-FFF2-40B4-BE49-F238E27FC236}">
                  <a16:creationId xmlns:a16="http://schemas.microsoft.com/office/drawing/2014/main" xmlns="" id="{07BACB9C-4C9A-C833-1D5C-DA538F4C88D2}"/>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b="53267"/>
            <a:stretch>
              <a:fillRect/>
            </a:stretch>
          </p:blipFill>
          <p:spPr bwMode="auto">
            <a:xfrm>
              <a:off x="4891" y="3500"/>
              <a:ext cx="458"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0507" name="Freeform 35">
            <a:extLst>
              <a:ext uri="{FF2B5EF4-FFF2-40B4-BE49-F238E27FC236}">
                <a16:creationId xmlns:a16="http://schemas.microsoft.com/office/drawing/2014/main" xmlns="" id="{78FF4073-8251-1C04-0F1E-232596207ACA}"/>
              </a:ext>
            </a:extLst>
          </p:cNvPr>
          <p:cNvSpPr>
            <a:spLocks noChangeArrowheads="1"/>
          </p:cNvSpPr>
          <p:nvPr/>
        </p:nvSpPr>
        <p:spPr bwMode="auto">
          <a:xfrm>
            <a:off x="3586163" y="914400"/>
            <a:ext cx="2433637" cy="5227638"/>
          </a:xfrm>
          <a:custGeom>
            <a:avLst/>
            <a:gdLst>
              <a:gd name="T0" fmla="*/ 0 w 6761"/>
              <a:gd name="T1" fmla="*/ 2147483646 h 14523"/>
              <a:gd name="T2" fmla="*/ 2147483646 w 6761"/>
              <a:gd name="T3" fmla="*/ 0 h 14523"/>
              <a:gd name="T4" fmla="*/ 2147483646 w 6761"/>
              <a:gd name="T5" fmla="*/ 2147483646 h 14523"/>
              <a:gd name="T6" fmla="*/ 0 w 6761"/>
              <a:gd name="T7" fmla="*/ 2147483646 h 14523"/>
              <a:gd name="T8" fmla="*/ 0 w 6761"/>
              <a:gd name="T9" fmla="*/ 2147483646 h 14523"/>
              <a:gd name="T10" fmla="*/ 0 60000 65536"/>
              <a:gd name="T11" fmla="*/ 0 60000 65536"/>
              <a:gd name="T12" fmla="*/ 0 60000 65536"/>
              <a:gd name="T13" fmla="*/ 0 60000 65536"/>
              <a:gd name="T14" fmla="*/ 0 60000 65536"/>
              <a:gd name="T15" fmla="*/ 0 w 6761"/>
              <a:gd name="T16" fmla="*/ 0 h 14523"/>
              <a:gd name="T17" fmla="*/ 6761 w 6761"/>
              <a:gd name="T18" fmla="*/ 14523 h 14523"/>
            </a:gdLst>
            <a:ahLst/>
            <a:cxnLst>
              <a:cxn ang="T10">
                <a:pos x="T0" y="T1"/>
              </a:cxn>
              <a:cxn ang="T11">
                <a:pos x="T2" y="T3"/>
              </a:cxn>
              <a:cxn ang="T12">
                <a:pos x="T4" y="T5"/>
              </a:cxn>
              <a:cxn ang="T13">
                <a:pos x="T6" y="T7"/>
              </a:cxn>
              <a:cxn ang="T14">
                <a:pos x="T8" y="T9"/>
              </a:cxn>
            </a:cxnLst>
            <a:rect l="T15" t="T16" r="T17" b="T18"/>
            <a:pathLst>
              <a:path w="6761" h="14523">
                <a:moveTo>
                  <a:pt x="0" y="12291"/>
                </a:moveTo>
                <a:lnTo>
                  <a:pt x="6760" y="0"/>
                </a:lnTo>
                <a:lnTo>
                  <a:pt x="6760" y="6985"/>
                </a:lnTo>
                <a:lnTo>
                  <a:pt x="0" y="14522"/>
                </a:lnTo>
                <a:lnTo>
                  <a:pt x="0" y="12291"/>
                </a:lnTo>
              </a:path>
            </a:pathLst>
          </a:custGeom>
          <a:gradFill rotWithShape="0">
            <a:gsLst>
              <a:gs pos="0">
                <a:srgbClr val="8080FF"/>
              </a:gs>
              <a:gs pos="100000">
                <a:srgbClr val="26264B"/>
              </a:gs>
            </a:gsLst>
            <a:lin ang="5400000" scaled="1"/>
          </a:gradFill>
          <a:ln w="12600">
            <a:solidFill>
              <a:srgbClr val="E0E0E0"/>
            </a:solidFill>
            <a:round/>
            <a:headEnd/>
            <a:tailEnd/>
          </a:ln>
        </p:spPr>
        <p:txBody>
          <a:bodyPr wrap="none" anchor="ctr"/>
          <a:lstStyle/>
          <a:p>
            <a:endParaRPr lang="en-US"/>
          </a:p>
        </p:txBody>
      </p:sp>
      <p:grpSp>
        <p:nvGrpSpPr>
          <p:cNvPr id="20508" name="Group 36">
            <a:extLst>
              <a:ext uri="{FF2B5EF4-FFF2-40B4-BE49-F238E27FC236}">
                <a16:creationId xmlns:a16="http://schemas.microsoft.com/office/drawing/2014/main" xmlns="" id="{EB7122F0-67C4-817A-FB47-2D8B3CCF58D1}"/>
              </a:ext>
            </a:extLst>
          </p:cNvPr>
          <p:cNvGrpSpPr>
            <a:grpSpLocks/>
          </p:cNvGrpSpPr>
          <p:nvPr/>
        </p:nvGrpSpPr>
        <p:grpSpPr bwMode="auto">
          <a:xfrm>
            <a:off x="6596063" y="4014788"/>
            <a:ext cx="1309687" cy="2830512"/>
            <a:chOff x="4155" y="2529"/>
            <a:chExt cx="825" cy="1783"/>
          </a:xfrm>
        </p:grpSpPr>
        <p:sp>
          <p:nvSpPr>
            <p:cNvPr id="20511" name="Freeform 37">
              <a:extLst>
                <a:ext uri="{FF2B5EF4-FFF2-40B4-BE49-F238E27FC236}">
                  <a16:creationId xmlns:a16="http://schemas.microsoft.com/office/drawing/2014/main" xmlns="" id="{9B4B0662-2CDC-9947-25E1-593A2FC0F573}"/>
                </a:ext>
              </a:extLst>
            </p:cNvPr>
            <p:cNvSpPr>
              <a:spLocks noChangeArrowheads="1"/>
            </p:cNvSpPr>
            <p:nvPr/>
          </p:nvSpPr>
          <p:spPr bwMode="auto">
            <a:xfrm>
              <a:off x="4155" y="2529"/>
              <a:ext cx="826" cy="1784"/>
            </a:xfrm>
            <a:custGeom>
              <a:avLst/>
              <a:gdLst>
                <a:gd name="T0" fmla="*/ 0 w 3644"/>
                <a:gd name="T1" fmla="*/ 0 h 7868"/>
                <a:gd name="T2" fmla="*/ 0 w 3644"/>
                <a:gd name="T3" fmla="*/ 0 h 7868"/>
                <a:gd name="T4" fmla="*/ 0 w 3644"/>
                <a:gd name="T5" fmla="*/ 0 h 7868"/>
                <a:gd name="T6" fmla="*/ 0 w 3644"/>
                <a:gd name="T7" fmla="*/ 0 h 7868"/>
                <a:gd name="T8" fmla="*/ 0 w 3644"/>
                <a:gd name="T9" fmla="*/ 0 h 7868"/>
                <a:gd name="T10" fmla="*/ 0 w 3644"/>
                <a:gd name="T11" fmla="*/ 0 h 7868"/>
                <a:gd name="T12" fmla="*/ 0 w 3644"/>
                <a:gd name="T13" fmla="*/ 0 h 7868"/>
                <a:gd name="T14" fmla="*/ 0 60000 65536"/>
                <a:gd name="T15" fmla="*/ 0 60000 65536"/>
                <a:gd name="T16" fmla="*/ 0 60000 65536"/>
                <a:gd name="T17" fmla="*/ 0 60000 65536"/>
                <a:gd name="T18" fmla="*/ 0 60000 65536"/>
                <a:gd name="T19" fmla="*/ 0 60000 65536"/>
                <a:gd name="T20" fmla="*/ 0 60000 65536"/>
                <a:gd name="T21" fmla="*/ 0 w 3644"/>
                <a:gd name="T22" fmla="*/ 0 h 7868"/>
                <a:gd name="T23" fmla="*/ 3644 w 3644"/>
                <a:gd name="T24" fmla="*/ 7868 h 78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 h="7868">
                  <a:moveTo>
                    <a:pt x="1475" y="0"/>
                  </a:moveTo>
                  <a:lnTo>
                    <a:pt x="0" y="4213"/>
                  </a:lnTo>
                  <a:lnTo>
                    <a:pt x="445" y="4920"/>
                  </a:lnTo>
                  <a:lnTo>
                    <a:pt x="189" y="5414"/>
                  </a:lnTo>
                  <a:lnTo>
                    <a:pt x="1068" y="7867"/>
                  </a:lnTo>
                  <a:lnTo>
                    <a:pt x="3643" y="5149"/>
                  </a:lnTo>
                  <a:lnTo>
                    <a:pt x="147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512" name="AutoShape 38">
              <a:extLst>
                <a:ext uri="{FF2B5EF4-FFF2-40B4-BE49-F238E27FC236}">
                  <a16:creationId xmlns:a16="http://schemas.microsoft.com/office/drawing/2014/main" xmlns="" id="{11DA3F2C-A6EB-8160-D9F8-F6CFD990F079}"/>
                </a:ext>
              </a:extLst>
            </p:cNvPr>
            <p:cNvSpPr>
              <a:spLocks noChangeArrowheads="1"/>
            </p:cNvSpPr>
            <p:nvPr/>
          </p:nvSpPr>
          <p:spPr bwMode="auto">
            <a:xfrm>
              <a:off x="4353" y="3461"/>
              <a:ext cx="383" cy="288"/>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 .</a:t>
              </a:r>
            </a:p>
          </p:txBody>
        </p:sp>
      </p:grpSp>
      <p:sp>
        <p:nvSpPr>
          <p:cNvPr id="20509" name="Freeform 39">
            <a:extLst>
              <a:ext uri="{FF2B5EF4-FFF2-40B4-BE49-F238E27FC236}">
                <a16:creationId xmlns:a16="http://schemas.microsoft.com/office/drawing/2014/main" xmlns="" id="{36DE0C2E-AF9D-B85F-D07A-86F9C2AA6719}"/>
              </a:ext>
            </a:extLst>
          </p:cNvPr>
          <p:cNvSpPr>
            <a:spLocks noChangeArrowheads="1"/>
          </p:cNvSpPr>
          <p:nvPr/>
        </p:nvSpPr>
        <p:spPr bwMode="auto">
          <a:xfrm>
            <a:off x="3576638" y="3386138"/>
            <a:ext cx="5057775" cy="2744787"/>
          </a:xfrm>
          <a:custGeom>
            <a:avLst/>
            <a:gdLst>
              <a:gd name="T0" fmla="*/ 0 w 14051"/>
              <a:gd name="T1" fmla="*/ 2147483646 h 7626"/>
              <a:gd name="T2" fmla="*/ 2147483646 w 14051"/>
              <a:gd name="T3" fmla="*/ 0 h 7626"/>
              <a:gd name="T4" fmla="*/ 2147483646 w 14051"/>
              <a:gd name="T5" fmla="*/ 0 h 7626"/>
              <a:gd name="T6" fmla="*/ 2147483646 w 14051"/>
              <a:gd name="T7" fmla="*/ 2147483646 h 7626"/>
              <a:gd name="T8" fmla="*/ 0 w 14051"/>
              <a:gd name="T9" fmla="*/ 2147483646 h 7626"/>
              <a:gd name="T10" fmla="*/ 0 60000 65536"/>
              <a:gd name="T11" fmla="*/ 0 60000 65536"/>
              <a:gd name="T12" fmla="*/ 0 60000 65536"/>
              <a:gd name="T13" fmla="*/ 0 60000 65536"/>
              <a:gd name="T14" fmla="*/ 0 60000 65536"/>
              <a:gd name="T15" fmla="*/ 0 w 14051"/>
              <a:gd name="T16" fmla="*/ 0 h 7626"/>
              <a:gd name="T17" fmla="*/ 14051 w 14051"/>
              <a:gd name="T18" fmla="*/ 7626 h 7626"/>
            </a:gdLst>
            <a:ahLst/>
            <a:cxnLst>
              <a:cxn ang="T10">
                <a:pos x="T0" y="T1"/>
              </a:cxn>
              <a:cxn ang="T11">
                <a:pos x="T2" y="T3"/>
              </a:cxn>
              <a:cxn ang="T12">
                <a:pos x="T4" y="T5"/>
              </a:cxn>
              <a:cxn ang="T13">
                <a:pos x="T6" y="T7"/>
              </a:cxn>
              <a:cxn ang="T14">
                <a:pos x="T8" y="T9"/>
              </a:cxn>
            </a:cxnLst>
            <a:rect l="T15" t="T16" r="T17" b="T18"/>
            <a:pathLst>
              <a:path w="14051" h="7626">
                <a:moveTo>
                  <a:pt x="0" y="7625"/>
                </a:moveTo>
                <a:lnTo>
                  <a:pt x="6818" y="0"/>
                </a:lnTo>
                <a:lnTo>
                  <a:pt x="14050" y="0"/>
                </a:lnTo>
                <a:lnTo>
                  <a:pt x="2540" y="7625"/>
                </a:lnTo>
                <a:lnTo>
                  <a:pt x="0" y="7625"/>
                </a:lnTo>
              </a:path>
            </a:pathLst>
          </a:custGeom>
          <a:gradFill rotWithShape="0">
            <a:gsLst>
              <a:gs pos="0">
                <a:srgbClr val="8080FF"/>
              </a:gs>
              <a:gs pos="100000">
                <a:srgbClr val="26264B"/>
              </a:gs>
            </a:gsLst>
            <a:lin ang="8100000" scaled="1"/>
          </a:gradFill>
          <a:ln w="12600">
            <a:solidFill>
              <a:srgbClr val="E0E0E0"/>
            </a:solidFill>
            <a:round/>
            <a:headEnd/>
            <a:tailEnd/>
          </a:ln>
        </p:spPr>
        <p:txBody>
          <a:bodyPr wrap="none" anchor="ctr"/>
          <a:lstStyle/>
          <a:p>
            <a:endParaRPr lang="en-US"/>
          </a:p>
        </p:txBody>
      </p:sp>
      <p:pic>
        <p:nvPicPr>
          <p:cNvPr id="20510" name="Picture 43" descr="Image result for albert einstein">
            <a:hlinkClick r:id="rId7"/>
            <a:extLst>
              <a:ext uri="{FF2B5EF4-FFF2-40B4-BE49-F238E27FC236}">
                <a16:creationId xmlns:a16="http://schemas.microsoft.com/office/drawing/2014/main" xmlns="" id="{48C337D1-4657-D35C-33B2-BBD00D6FA0C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26213" y="2051050"/>
            <a:ext cx="1720850"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trips dir="l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4">
            <a:extLst>
              <a:ext uri="{FF2B5EF4-FFF2-40B4-BE49-F238E27FC236}">
                <a16:creationId xmlns:a16="http://schemas.microsoft.com/office/drawing/2014/main" xmlns="" id="{0D76890A-013D-796E-F641-E7666F3E6793}"/>
              </a:ext>
            </a:extLst>
          </p:cNvPr>
          <p:cNvSpPr>
            <a:spLocks noGrp="1" noChangeArrowheads="1"/>
          </p:cNvSpPr>
          <p:nvPr>
            <p:ph type="title"/>
          </p:nvPr>
        </p:nvSpPr>
        <p:spPr/>
        <p:txBody>
          <a:bodyPr/>
          <a:lstStyle/>
          <a:p>
            <a:pPr eaLnBrk="1" hangingPunct="1"/>
            <a:r>
              <a:rPr lang="en-US" altLang="en-US"/>
              <a:t>Example</a:t>
            </a:r>
          </a:p>
        </p:txBody>
      </p:sp>
      <p:sp>
        <p:nvSpPr>
          <p:cNvPr id="22531" name="Rectangle 5">
            <a:extLst>
              <a:ext uri="{FF2B5EF4-FFF2-40B4-BE49-F238E27FC236}">
                <a16:creationId xmlns:a16="http://schemas.microsoft.com/office/drawing/2014/main" xmlns="" id="{50D92506-2BE3-A7D7-2915-13F2215B6E3F}"/>
              </a:ext>
            </a:extLst>
          </p:cNvPr>
          <p:cNvSpPr>
            <a:spLocks noChangeArrowheads="1"/>
          </p:cNvSpPr>
          <p:nvPr/>
        </p:nvSpPr>
        <p:spPr bwMode="auto">
          <a:xfrm>
            <a:off x="3995738" y="2276475"/>
            <a:ext cx="1081087" cy="2016125"/>
          </a:xfrm>
          <a:prstGeom prst="rect">
            <a:avLst/>
          </a:prstGeom>
          <a:solidFill>
            <a:srgbClr val="EAEAEA"/>
          </a:solidFill>
          <a:ln w="12700" algn="ctr">
            <a:solidFill>
              <a:schemeClr val="tx1"/>
            </a:solidFill>
            <a:miter lim="800000"/>
            <a:headEnd/>
            <a:tailEnd/>
          </a:ln>
        </p:spPr>
        <p:txBody>
          <a:bodyPr wrap="none" lIns="90000" tIns="46800" rIns="90000" bIns="46800"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FontTx/>
              <a:buNone/>
            </a:pPr>
            <a:r>
              <a:rPr lang="en-US" altLang="en-US" sz="1800" b="1">
                <a:solidFill>
                  <a:schemeClr val="bg2"/>
                </a:solidFill>
              </a:rPr>
              <a:t>H(X) = </a:t>
            </a:r>
          </a:p>
          <a:p>
            <a:pPr algn="ctr" eaLnBrk="1" hangingPunct="1">
              <a:lnSpc>
                <a:spcPct val="100000"/>
              </a:lnSpc>
              <a:spcBef>
                <a:spcPct val="0"/>
              </a:spcBef>
              <a:spcAft>
                <a:spcPct val="0"/>
              </a:spcAft>
              <a:buClrTx/>
              <a:buFontTx/>
              <a:buNone/>
            </a:pPr>
            <a:r>
              <a:rPr lang="en-US" altLang="en-US" sz="1800" b="1">
                <a:solidFill>
                  <a:schemeClr val="bg2"/>
                </a:solidFill>
              </a:rPr>
              <a:t>xmod 10</a:t>
            </a:r>
          </a:p>
        </p:txBody>
      </p:sp>
      <p:sp>
        <p:nvSpPr>
          <p:cNvPr id="22532" name="Line 16">
            <a:extLst>
              <a:ext uri="{FF2B5EF4-FFF2-40B4-BE49-F238E27FC236}">
                <a16:creationId xmlns:a16="http://schemas.microsoft.com/office/drawing/2014/main" xmlns="" id="{97A8A563-97A5-244B-2FE1-4418F3344BBD}"/>
              </a:ext>
            </a:extLst>
          </p:cNvPr>
          <p:cNvSpPr>
            <a:spLocks noChangeShapeType="1"/>
          </p:cNvSpPr>
          <p:nvPr/>
        </p:nvSpPr>
        <p:spPr bwMode="auto">
          <a:xfrm>
            <a:off x="5076825" y="3357563"/>
            <a:ext cx="719138"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en-US"/>
          </a:p>
        </p:txBody>
      </p:sp>
      <p:sp>
        <p:nvSpPr>
          <p:cNvPr id="22533" name="Line 17">
            <a:extLst>
              <a:ext uri="{FF2B5EF4-FFF2-40B4-BE49-F238E27FC236}">
                <a16:creationId xmlns:a16="http://schemas.microsoft.com/office/drawing/2014/main" xmlns="" id="{E191842A-49E7-3227-3E92-DE42649A4F62}"/>
              </a:ext>
            </a:extLst>
          </p:cNvPr>
          <p:cNvSpPr>
            <a:spLocks noChangeShapeType="1"/>
          </p:cNvSpPr>
          <p:nvPr/>
        </p:nvSpPr>
        <p:spPr bwMode="auto">
          <a:xfrm>
            <a:off x="3203575" y="3357563"/>
            <a:ext cx="792163"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en-US"/>
          </a:p>
        </p:txBody>
      </p:sp>
      <p:sp>
        <p:nvSpPr>
          <p:cNvPr id="22534" name="Rectangle 18">
            <a:extLst>
              <a:ext uri="{FF2B5EF4-FFF2-40B4-BE49-F238E27FC236}">
                <a16:creationId xmlns:a16="http://schemas.microsoft.com/office/drawing/2014/main" xmlns="" id="{068CFA63-6E0D-B8ED-6C3D-64D963446514}"/>
              </a:ext>
            </a:extLst>
          </p:cNvPr>
          <p:cNvSpPr>
            <a:spLocks noChangeArrowheads="1"/>
          </p:cNvSpPr>
          <p:nvPr/>
        </p:nvSpPr>
        <p:spPr bwMode="auto">
          <a:xfrm>
            <a:off x="755650" y="3860800"/>
            <a:ext cx="22336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prstDash val="dash"/>
                <a:miter lim="800000"/>
                <a:headEnd/>
                <a:tailEnd/>
              </a14:hiddenLine>
            </a:ext>
          </a:extLst>
        </p:spPr>
        <p:txBody>
          <a:bodyPr wrap="none" lIns="90000" tIns="46800" rIns="90000" bIns="46800"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FontTx/>
              <a:buNone/>
            </a:pPr>
            <a:r>
              <a:rPr lang="en-US" altLang="en-US" sz="1800" b="1"/>
              <a:t>39</a:t>
            </a:r>
            <a:endParaRPr lang="en-US" altLang="en-US" sz="1800"/>
          </a:p>
        </p:txBody>
      </p:sp>
      <p:sp>
        <p:nvSpPr>
          <p:cNvPr id="22535" name="Rectangle 19">
            <a:extLst>
              <a:ext uri="{FF2B5EF4-FFF2-40B4-BE49-F238E27FC236}">
                <a16:creationId xmlns:a16="http://schemas.microsoft.com/office/drawing/2014/main" xmlns="" id="{7B011915-440B-EE1D-7F64-52A13C87E2EC}"/>
              </a:ext>
            </a:extLst>
          </p:cNvPr>
          <p:cNvSpPr>
            <a:spLocks noChangeArrowheads="1"/>
          </p:cNvSpPr>
          <p:nvPr/>
        </p:nvSpPr>
        <p:spPr bwMode="auto">
          <a:xfrm>
            <a:off x="755650" y="3429000"/>
            <a:ext cx="22336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prstDash val="dash"/>
                <a:miter lim="800000"/>
                <a:headEnd/>
                <a:tailEnd/>
              </a14:hiddenLine>
            </a:ext>
          </a:extLst>
        </p:spPr>
        <p:txBody>
          <a:bodyPr wrap="none" lIns="90000" tIns="46800" rIns="90000" bIns="46800"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FontTx/>
              <a:buNone/>
            </a:pPr>
            <a:r>
              <a:rPr lang="en-US" altLang="en-US" sz="1800" b="1"/>
              <a:t>72</a:t>
            </a:r>
            <a:endParaRPr lang="en-US" altLang="en-US" sz="1800"/>
          </a:p>
        </p:txBody>
      </p:sp>
      <p:sp>
        <p:nvSpPr>
          <p:cNvPr id="22536" name="Rectangle 20">
            <a:extLst>
              <a:ext uri="{FF2B5EF4-FFF2-40B4-BE49-F238E27FC236}">
                <a16:creationId xmlns:a16="http://schemas.microsoft.com/office/drawing/2014/main" xmlns="" id="{015F111C-C28F-61D0-524E-AEE3A4E5396E}"/>
              </a:ext>
            </a:extLst>
          </p:cNvPr>
          <p:cNvSpPr>
            <a:spLocks noChangeArrowheads="1"/>
          </p:cNvSpPr>
          <p:nvPr/>
        </p:nvSpPr>
        <p:spPr bwMode="auto">
          <a:xfrm>
            <a:off x="755650" y="2997200"/>
            <a:ext cx="22336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prstDash val="dash"/>
                <a:miter lim="800000"/>
                <a:headEnd/>
                <a:tailEnd/>
              </a14:hiddenLine>
            </a:ext>
          </a:extLst>
        </p:spPr>
        <p:txBody>
          <a:bodyPr wrap="none" lIns="90000" tIns="46800" rIns="90000" bIns="46800"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FontTx/>
              <a:buNone/>
            </a:pPr>
            <a:r>
              <a:rPr lang="en-US" altLang="en-US" sz="1800" b="1"/>
              <a:t>56</a:t>
            </a:r>
            <a:endParaRPr lang="en-US" altLang="en-US" sz="1800"/>
          </a:p>
        </p:txBody>
      </p:sp>
      <p:sp>
        <p:nvSpPr>
          <p:cNvPr id="22537" name="Rectangle 21">
            <a:extLst>
              <a:ext uri="{FF2B5EF4-FFF2-40B4-BE49-F238E27FC236}">
                <a16:creationId xmlns:a16="http://schemas.microsoft.com/office/drawing/2014/main" xmlns="" id="{F846A1F9-D06F-F6AA-F673-3CA4841F8BDC}"/>
              </a:ext>
            </a:extLst>
          </p:cNvPr>
          <p:cNvSpPr>
            <a:spLocks noChangeArrowheads="1"/>
          </p:cNvSpPr>
          <p:nvPr/>
        </p:nvSpPr>
        <p:spPr bwMode="auto">
          <a:xfrm>
            <a:off x="755650" y="2565400"/>
            <a:ext cx="22336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prstDash val="dash"/>
                <a:miter lim="800000"/>
                <a:headEnd/>
                <a:tailEnd/>
              </a14:hiddenLine>
            </a:ext>
          </a:extLst>
        </p:spPr>
        <p:txBody>
          <a:bodyPr wrap="none" lIns="90000" tIns="46800" rIns="90000" bIns="46800"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FontTx/>
              <a:buNone/>
            </a:pPr>
            <a:r>
              <a:rPr lang="en-US" altLang="en-US" sz="1800" b="1"/>
              <a:t>21</a:t>
            </a:r>
            <a:endParaRPr lang="en-US" altLang="en-US" sz="1800"/>
          </a:p>
        </p:txBody>
      </p:sp>
      <p:sp>
        <p:nvSpPr>
          <p:cNvPr id="22538" name="Text Box 22">
            <a:extLst>
              <a:ext uri="{FF2B5EF4-FFF2-40B4-BE49-F238E27FC236}">
                <a16:creationId xmlns:a16="http://schemas.microsoft.com/office/drawing/2014/main" xmlns="" id="{0894638C-9138-365F-4702-21FC15C51897}"/>
              </a:ext>
            </a:extLst>
          </p:cNvPr>
          <p:cNvSpPr txBox="1">
            <a:spLocks noChangeArrowheads="1"/>
          </p:cNvSpPr>
          <p:nvPr/>
        </p:nvSpPr>
        <p:spPr bwMode="auto">
          <a:xfrm>
            <a:off x="1457325" y="2205038"/>
            <a:ext cx="7778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b="1"/>
              <a:t>Items</a:t>
            </a:r>
          </a:p>
        </p:txBody>
      </p:sp>
      <p:sp>
        <p:nvSpPr>
          <p:cNvPr id="22539" name="Text Box 23">
            <a:extLst>
              <a:ext uri="{FF2B5EF4-FFF2-40B4-BE49-F238E27FC236}">
                <a16:creationId xmlns:a16="http://schemas.microsoft.com/office/drawing/2014/main" xmlns="" id="{C3AE3805-76AD-6B31-DCC3-7454A62F3DB5}"/>
              </a:ext>
            </a:extLst>
          </p:cNvPr>
          <p:cNvSpPr txBox="1">
            <a:spLocks noChangeArrowheads="1"/>
          </p:cNvSpPr>
          <p:nvPr/>
        </p:nvSpPr>
        <p:spPr bwMode="auto">
          <a:xfrm>
            <a:off x="7019925" y="987425"/>
            <a:ext cx="8032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b="1"/>
              <a:t>Hash </a:t>
            </a:r>
          </a:p>
          <a:p>
            <a:pPr eaLnBrk="1" hangingPunct="1">
              <a:lnSpc>
                <a:spcPct val="100000"/>
              </a:lnSpc>
              <a:spcBef>
                <a:spcPct val="0"/>
              </a:spcBef>
              <a:spcAft>
                <a:spcPct val="0"/>
              </a:spcAft>
              <a:buClrTx/>
              <a:buFontTx/>
              <a:buNone/>
            </a:pPr>
            <a:r>
              <a:rPr lang="en-US" altLang="en-US" sz="1800" b="1"/>
              <a:t>Table</a:t>
            </a:r>
          </a:p>
        </p:txBody>
      </p:sp>
      <p:sp>
        <p:nvSpPr>
          <p:cNvPr id="22540" name="Text Box 24">
            <a:extLst>
              <a:ext uri="{FF2B5EF4-FFF2-40B4-BE49-F238E27FC236}">
                <a16:creationId xmlns:a16="http://schemas.microsoft.com/office/drawing/2014/main" xmlns="" id="{A48950BB-35CD-D2B0-E21A-497A0C83CC8B}"/>
              </a:ext>
            </a:extLst>
          </p:cNvPr>
          <p:cNvSpPr txBox="1">
            <a:spLocks noChangeArrowheads="1"/>
          </p:cNvSpPr>
          <p:nvPr/>
        </p:nvSpPr>
        <p:spPr bwMode="auto">
          <a:xfrm>
            <a:off x="5508625" y="1981200"/>
            <a:ext cx="5365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a:t>key</a:t>
            </a:r>
          </a:p>
        </p:txBody>
      </p:sp>
      <p:sp>
        <p:nvSpPr>
          <p:cNvPr id="22541" name="Rectangle 36">
            <a:extLst>
              <a:ext uri="{FF2B5EF4-FFF2-40B4-BE49-F238E27FC236}">
                <a16:creationId xmlns:a16="http://schemas.microsoft.com/office/drawing/2014/main" xmlns="" id="{DE9294C8-380F-A821-B7D3-B479FA8060C1}"/>
              </a:ext>
            </a:extLst>
          </p:cNvPr>
          <p:cNvSpPr>
            <a:spLocks noChangeArrowheads="1"/>
          </p:cNvSpPr>
          <p:nvPr/>
        </p:nvSpPr>
        <p:spPr bwMode="auto">
          <a:xfrm>
            <a:off x="6299200" y="4868863"/>
            <a:ext cx="2233613" cy="360362"/>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eaLnBrk="1" hangingPunct="1"/>
            <a:endParaRPr lang="tr-TR" altLang="en-US">
              <a:solidFill>
                <a:schemeClr val="bg2"/>
              </a:solidFill>
            </a:endParaRPr>
          </a:p>
        </p:txBody>
      </p:sp>
      <p:sp>
        <p:nvSpPr>
          <p:cNvPr id="22542" name="Rectangle 37">
            <a:extLst>
              <a:ext uri="{FF2B5EF4-FFF2-40B4-BE49-F238E27FC236}">
                <a16:creationId xmlns:a16="http://schemas.microsoft.com/office/drawing/2014/main" xmlns="" id="{84AFDACD-564F-D095-7BA6-EFBBDEA5E61B}"/>
              </a:ext>
            </a:extLst>
          </p:cNvPr>
          <p:cNvSpPr>
            <a:spLocks noChangeArrowheads="1"/>
          </p:cNvSpPr>
          <p:nvPr/>
        </p:nvSpPr>
        <p:spPr bwMode="auto">
          <a:xfrm>
            <a:off x="6299200" y="4508500"/>
            <a:ext cx="2233613" cy="360363"/>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eaLnBrk="1" hangingPunct="1"/>
            <a:endParaRPr lang="tr-TR" altLang="en-US">
              <a:solidFill>
                <a:schemeClr val="bg2"/>
              </a:solidFill>
            </a:endParaRPr>
          </a:p>
        </p:txBody>
      </p:sp>
      <p:sp>
        <p:nvSpPr>
          <p:cNvPr id="22543" name="Text Box 38">
            <a:extLst>
              <a:ext uri="{FF2B5EF4-FFF2-40B4-BE49-F238E27FC236}">
                <a16:creationId xmlns:a16="http://schemas.microsoft.com/office/drawing/2014/main" xmlns="" id="{1EB5CFBC-D7E9-E374-B508-709480CAA72C}"/>
              </a:ext>
            </a:extLst>
          </p:cNvPr>
          <p:cNvSpPr txBox="1">
            <a:spLocks noChangeArrowheads="1"/>
          </p:cNvSpPr>
          <p:nvPr/>
        </p:nvSpPr>
        <p:spPr bwMode="auto">
          <a:xfrm>
            <a:off x="6011863" y="1628775"/>
            <a:ext cx="3079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a:t>0</a:t>
            </a:r>
          </a:p>
        </p:txBody>
      </p:sp>
      <p:sp>
        <p:nvSpPr>
          <p:cNvPr id="22544" name="Text Box 39">
            <a:extLst>
              <a:ext uri="{FF2B5EF4-FFF2-40B4-BE49-F238E27FC236}">
                <a16:creationId xmlns:a16="http://schemas.microsoft.com/office/drawing/2014/main" xmlns="" id="{08177393-F2CB-BD3F-D734-66D551F30686}"/>
              </a:ext>
            </a:extLst>
          </p:cNvPr>
          <p:cNvSpPr txBox="1">
            <a:spLocks noChangeArrowheads="1"/>
          </p:cNvSpPr>
          <p:nvPr/>
        </p:nvSpPr>
        <p:spPr bwMode="auto">
          <a:xfrm>
            <a:off x="6011863" y="1982788"/>
            <a:ext cx="3079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a:t>1</a:t>
            </a:r>
          </a:p>
        </p:txBody>
      </p:sp>
      <p:sp>
        <p:nvSpPr>
          <p:cNvPr id="22545" name="Text Box 40">
            <a:extLst>
              <a:ext uri="{FF2B5EF4-FFF2-40B4-BE49-F238E27FC236}">
                <a16:creationId xmlns:a16="http://schemas.microsoft.com/office/drawing/2014/main" xmlns="" id="{1D36AF03-A82D-DFE6-B0C0-B7196839C690}"/>
              </a:ext>
            </a:extLst>
          </p:cNvPr>
          <p:cNvSpPr txBox="1">
            <a:spLocks noChangeArrowheads="1"/>
          </p:cNvSpPr>
          <p:nvPr/>
        </p:nvSpPr>
        <p:spPr bwMode="auto">
          <a:xfrm>
            <a:off x="6011863" y="2341563"/>
            <a:ext cx="3079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a:t>2</a:t>
            </a:r>
          </a:p>
        </p:txBody>
      </p:sp>
      <p:sp>
        <p:nvSpPr>
          <p:cNvPr id="22546" name="Text Box 41">
            <a:extLst>
              <a:ext uri="{FF2B5EF4-FFF2-40B4-BE49-F238E27FC236}">
                <a16:creationId xmlns:a16="http://schemas.microsoft.com/office/drawing/2014/main" xmlns="" id="{6F8A67F5-D192-2C1C-D97E-6ADA3159A6DA}"/>
              </a:ext>
            </a:extLst>
          </p:cNvPr>
          <p:cNvSpPr txBox="1">
            <a:spLocks noChangeArrowheads="1"/>
          </p:cNvSpPr>
          <p:nvPr/>
        </p:nvSpPr>
        <p:spPr bwMode="auto">
          <a:xfrm>
            <a:off x="6011863" y="2701925"/>
            <a:ext cx="3079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a:t>3</a:t>
            </a:r>
          </a:p>
        </p:txBody>
      </p:sp>
      <p:sp>
        <p:nvSpPr>
          <p:cNvPr id="22547" name="Text Box 42">
            <a:extLst>
              <a:ext uri="{FF2B5EF4-FFF2-40B4-BE49-F238E27FC236}">
                <a16:creationId xmlns:a16="http://schemas.microsoft.com/office/drawing/2014/main" xmlns="" id="{0D33A1AE-0E85-127D-B981-B58850A6E053}"/>
              </a:ext>
            </a:extLst>
          </p:cNvPr>
          <p:cNvSpPr txBox="1">
            <a:spLocks noChangeArrowheads="1"/>
          </p:cNvSpPr>
          <p:nvPr/>
        </p:nvSpPr>
        <p:spPr bwMode="auto">
          <a:xfrm>
            <a:off x="6011863" y="3068638"/>
            <a:ext cx="3079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a:t>4</a:t>
            </a:r>
          </a:p>
        </p:txBody>
      </p:sp>
      <p:sp>
        <p:nvSpPr>
          <p:cNvPr id="22548" name="Text Box 43">
            <a:extLst>
              <a:ext uri="{FF2B5EF4-FFF2-40B4-BE49-F238E27FC236}">
                <a16:creationId xmlns:a16="http://schemas.microsoft.com/office/drawing/2014/main" xmlns="" id="{4DED7E6E-97D0-F847-F7D7-D16DFCA456BC}"/>
              </a:ext>
            </a:extLst>
          </p:cNvPr>
          <p:cNvSpPr txBox="1">
            <a:spLocks noChangeArrowheads="1"/>
          </p:cNvSpPr>
          <p:nvPr/>
        </p:nvSpPr>
        <p:spPr bwMode="auto">
          <a:xfrm>
            <a:off x="6030913" y="3422650"/>
            <a:ext cx="3079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a:t>5</a:t>
            </a:r>
          </a:p>
        </p:txBody>
      </p:sp>
      <p:sp>
        <p:nvSpPr>
          <p:cNvPr id="22549" name="Text Box 44">
            <a:extLst>
              <a:ext uri="{FF2B5EF4-FFF2-40B4-BE49-F238E27FC236}">
                <a16:creationId xmlns:a16="http://schemas.microsoft.com/office/drawing/2014/main" xmlns="" id="{102A8407-21FE-4121-9650-8AAC354640F0}"/>
              </a:ext>
            </a:extLst>
          </p:cNvPr>
          <p:cNvSpPr txBox="1">
            <a:spLocks noChangeArrowheads="1"/>
          </p:cNvSpPr>
          <p:nvPr/>
        </p:nvSpPr>
        <p:spPr bwMode="auto">
          <a:xfrm>
            <a:off x="6030913" y="3781425"/>
            <a:ext cx="3079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a:t>6</a:t>
            </a:r>
          </a:p>
        </p:txBody>
      </p:sp>
      <p:sp>
        <p:nvSpPr>
          <p:cNvPr id="22550" name="Text Box 45">
            <a:extLst>
              <a:ext uri="{FF2B5EF4-FFF2-40B4-BE49-F238E27FC236}">
                <a16:creationId xmlns:a16="http://schemas.microsoft.com/office/drawing/2014/main" xmlns="" id="{F264310E-793E-CB7B-DC7A-CFFF97818E17}"/>
              </a:ext>
            </a:extLst>
          </p:cNvPr>
          <p:cNvSpPr txBox="1">
            <a:spLocks noChangeArrowheads="1"/>
          </p:cNvSpPr>
          <p:nvPr/>
        </p:nvSpPr>
        <p:spPr bwMode="auto">
          <a:xfrm>
            <a:off x="6030913" y="4141788"/>
            <a:ext cx="3079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a:t>7</a:t>
            </a:r>
          </a:p>
        </p:txBody>
      </p:sp>
      <p:sp>
        <p:nvSpPr>
          <p:cNvPr id="22551" name="Text Box 46">
            <a:extLst>
              <a:ext uri="{FF2B5EF4-FFF2-40B4-BE49-F238E27FC236}">
                <a16:creationId xmlns:a16="http://schemas.microsoft.com/office/drawing/2014/main" xmlns="" id="{D462B97E-F397-EB21-D547-F6414C61EFA3}"/>
              </a:ext>
            </a:extLst>
          </p:cNvPr>
          <p:cNvSpPr txBox="1">
            <a:spLocks noChangeArrowheads="1"/>
          </p:cNvSpPr>
          <p:nvPr/>
        </p:nvSpPr>
        <p:spPr bwMode="auto">
          <a:xfrm>
            <a:off x="6011863" y="4502150"/>
            <a:ext cx="3079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a:t>8</a:t>
            </a:r>
          </a:p>
        </p:txBody>
      </p:sp>
      <p:sp>
        <p:nvSpPr>
          <p:cNvPr id="22552" name="Text Box 47">
            <a:extLst>
              <a:ext uri="{FF2B5EF4-FFF2-40B4-BE49-F238E27FC236}">
                <a16:creationId xmlns:a16="http://schemas.microsoft.com/office/drawing/2014/main" xmlns="" id="{64F56AD2-C37C-1AB8-757D-5F611BD26F7E}"/>
              </a:ext>
            </a:extLst>
          </p:cNvPr>
          <p:cNvSpPr txBox="1">
            <a:spLocks noChangeArrowheads="1"/>
          </p:cNvSpPr>
          <p:nvPr/>
        </p:nvSpPr>
        <p:spPr bwMode="auto">
          <a:xfrm>
            <a:off x="6011863" y="4868863"/>
            <a:ext cx="3079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a:t>9</a:t>
            </a:r>
          </a:p>
        </p:txBody>
      </p:sp>
      <p:sp>
        <p:nvSpPr>
          <p:cNvPr id="22553" name="Rectangle 48">
            <a:extLst>
              <a:ext uri="{FF2B5EF4-FFF2-40B4-BE49-F238E27FC236}">
                <a16:creationId xmlns:a16="http://schemas.microsoft.com/office/drawing/2014/main" xmlns="" id="{08251A88-6A45-EB08-56CF-94398A68AAE2}"/>
              </a:ext>
            </a:extLst>
          </p:cNvPr>
          <p:cNvSpPr>
            <a:spLocks noChangeArrowheads="1"/>
          </p:cNvSpPr>
          <p:nvPr/>
        </p:nvSpPr>
        <p:spPr bwMode="auto">
          <a:xfrm>
            <a:off x="6299200" y="4149725"/>
            <a:ext cx="2233613" cy="360363"/>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eaLnBrk="1" hangingPunct="1"/>
            <a:endParaRPr lang="en-US" altLang="en-US">
              <a:latin typeface="Arial" panose="020B0604020202020204" pitchFamily="34" charset="0"/>
            </a:endParaRPr>
          </a:p>
        </p:txBody>
      </p:sp>
      <p:sp>
        <p:nvSpPr>
          <p:cNvPr id="22554" name="Rectangle 49">
            <a:extLst>
              <a:ext uri="{FF2B5EF4-FFF2-40B4-BE49-F238E27FC236}">
                <a16:creationId xmlns:a16="http://schemas.microsoft.com/office/drawing/2014/main" xmlns="" id="{96266905-BF91-7E6A-2D17-00086604485A}"/>
              </a:ext>
            </a:extLst>
          </p:cNvPr>
          <p:cNvSpPr>
            <a:spLocks noChangeArrowheads="1"/>
          </p:cNvSpPr>
          <p:nvPr/>
        </p:nvSpPr>
        <p:spPr bwMode="auto">
          <a:xfrm>
            <a:off x="6299200" y="3789363"/>
            <a:ext cx="2233613" cy="360362"/>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eaLnBrk="1" hangingPunct="1"/>
            <a:endParaRPr lang="en-US" altLang="en-US">
              <a:solidFill>
                <a:schemeClr val="bg2"/>
              </a:solidFill>
              <a:latin typeface="Arial" panose="020B0604020202020204" pitchFamily="34" charset="0"/>
            </a:endParaRPr>
          </a:p>
        </p:txBody>
      </p:sp>
      <p:sp>
        <p:nvSpPr>
          <p:cNvPr id="22555" name="Rectangle 50">
            <a:extLst>
              <a:ext uri="{FF2B5EF4-FFF2-40B4-BE49-F238E27FC236}">
                <a16:creationId xmlns:a16="http://schemas.microsoft.com/office/drawing/2014/main" xmlns="" id="{57831841-B96B-FDAE-2ABE-E223EE36687D}"/>
              </a:ext>
            </a:extLst>
          </p:cNvPr>
          <p:cNvSpPr>
            <a:spLocks noChangeArrowheads="1"/>
          </p:cNvSpPr>
          <p:nvPr/>
        </p:nvSpPr>
        <p:spPr bwMode="auto">
          <a:xfrm>
            <a:off x="6299200" y="3427413"/>
            <a:ext cx="2233613" cy="360362"/>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eaLnBrk="1" hangingPunct="1"/>
            <a:endParaRPr lang="tr-TR" altLang="en-US">
              <a:solidFill>
                <a:schemeClr val="bg2"/>
              </a:solidFill>
            </a:endParaRPr>
          </a:p>
        </p:txBody>
      </p:sp>
      <p:sp>
        <p:nvSpPr>
          <p:cNvPr id="22556" name="Rectangle 51">
            <a:extLst>
              <a:ext uri="{FF2B5EF4-FFF2-40B4-BE49-F238E27FC236}">
                <a16:creationId xmlns:a16="http://schemas.microsoft.com/office/drawing/2014/main" xmlns="" id="{FDA73F54-C755-26E7-ACDC-220DCCAE8E99}"/>
              </a:ext>
            </a:extLst>
          </p:cNvPr>
          <p:cNvSpPr>
            <a:spLocks noChangeArrowheads="1"/>
          </p:cNvSpPr>
          <p:nvPr/>
        </p:nvSpPr>
        <p:spPr bwMode="auto">
          <a:xfrm>
            <a:off x="6299200" y="3068638"/>
            <a:ext cx="2233613" cy="360362"/>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eaLnBrk="1" hangingPunct="1"/>
            <a:endParaRPr lang="en-US" altLang="en-US">
              <a:latin typeface="Arial" panose="020B0604020202020204" pitchFamily="34" charset="0"/>
            </a:endParaRPr>
          </a:p>
        </p:txBody>
      </p:sp>
      <p:sp>
        <p:nvSpPr>
          <p:cNvPr id="22557" name="Rectangle 52">
            <a:extLst>
              <a:ext uri="{FF2B5EF4-FFF2-40B4-BE49-F238E27FC236}">
                <a16:creationId xmlns:a16="http://schemas.microsoft.com/office/drawing/2014/main" xmlns="" id="{B50BFBE3-2B89-2A2F-9BE8-C5E2518E6257}"/>
              </a:ext>
            </a:extLst>
          </p:cNvPr>
          <p:cNvSpPr>
            <a:spLocks noChangeArrowheads="1"/>
          </p:cNvSpPr>
          <p:nvPr/>
        </p:nvSpPr>
        <p:spPr bwMode="auto">
          <a:xfrm>
            <a:off x="6299200" y="2708275"/>
            <a:ext cx="2233613" cy="360363"/>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eaLnBrk="1" hangingPunct="1"/>
            <a:endParaRPr lang="en-US" altLang="en-US">
              <a:solidFill>
                <a:schemeClr val="bg2"/>
              </a:solidFill>
              <a:latin typeface="Arial" panose="020B0604020202020204" pitchFamily="34" charset="0"/>
            </a:endParaRPr>
          </a:p>
        </p:txBody>
      </p:sp>
      <p:sp>
        <p:nvSpPr>
          <p:cNvPr id="22558" name="Rectangle 53">
            <a:extLst>
              <a:ext uri="{FF2B5EF4-FFF2-40B4-BE49-F238E27FC236}">
                <a16:creationId xmlns:a16="http://schemas.microsoft.com/office/drawing/2014/main" xmlns="" id="{A003AF52-1481-64BE-76F0-921FCF6C79BF}"/>
              </a:ext>
            </a:extLst>
          </p:cNvPr>
          <p:cNvSpPr>
            <a:spLocks noChangeArrowheads="1"/>
          </p:cNvSpPr>
          <p:nvPr/>
        </p:nvSpPr>
        <p:spPr bwMode="auto">
          <a:xfrm>
            <a:off x="6299200" y="2347913"/>
            <a:ext cx="2233613" cy="360362"/>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eaLnBrk="1" hangingPunct="1"/>
            <a:endParaRPr lang="tr-TR" altLang="en-US">
              <a:solidFill>
                <a:schemeClr val="bg2"/>
              </a:solidFill>
            </a:endParaRPr>
          </a:p>
        </p:txBody>
      </p:sp>
      <p:sp>
        <p:nvSpPr>
          <p:cNvPr id="22559" name="Rectangle 54">
            <a:extLst>
              <a:ext uri="{FF2B5EF4-FFF2-40B4-BE49-F238E27FC236}">
                <a16:creationId xmlns:a16="http://schemas.microsoft.com/office/drawing/2014/main" xmlns="" id="{E013A996-8921-A4D2-CC3D-6CA46AD0E7D3}"/>
              </a:ext>
            </a:extLst>
          </p:cNvPr>
          <p:cNvSpPr>
            <a:spLocks noChangeArrowheads="1"/>
          </p:cNvSpPr>
          <p:nvPr/>
        </p:nvSpPr>
        <p:spPr bwMode="auto">
          <a:xfrm>
            <a:off x="6299200" y="1989138"/>
            <a:ext cx="2233613" cy="360362"/>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eaLnBrk="1" hangingPunct="1"/>
            <a:r>
              <a:rPr lang="en-US" altLang="en-US">
                <a:solidFill>
                  <a:schemeClr val="bg2"/>
                </a:solidFill>
              </a:rPr>
              <a:t>21</a:t>
            </a:r>
            <a:endParaRPr lang="tr-TR" altLang="en-US">
              <a:solidFill>
                <a:schemeClr val="bg2"/>
              </a:solidFill>
            </a:endParaRPr>
          </a:p>
        </p:txBody>
      </p:sp>
      <p:sp>
        <p:nvSpPr>
          <p:cNvPr id="22560" name="Rectangle 55">
            <a:extLst>
              <a:ext uri="{FF2B5EF4-FFF2-40B4-BE49-F238E27FC236}">
                <a16:creationId xmlns:a16="http://schemas.microsoft.com/office/drawing/2014/main" xmlns="" id="{60DF1F7F-4C1A-E6A7-1042-6723BBE8A44F}"/>
              </a:ext>
            </a:extLst>
          </p:cNvPr>
          <p:cNvSpPr>
            <a:spLocks noChangeArrowheads="1"/>
          </p:cNvSpPr>
          <p:nvPr/>
        </p:nvSpPr>
        <p:spPr bwMode="auto">
          <a:xfrm>
            <a:off x="6299200" y="1628775"/>
            <a:ext cx="2233613" cy="360363"/>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eaLnBrk="1" hangingPunct="1"/>
            <a:endParaRPr lang="tr-TR" altLang="en-US">
              <a:solidFill>
                <a:schemeClr val="bg2"/>
              </a:solidFill>
            </a:endParaRPr>
          </a:p>
        </p:txBody>
      </p:sp>
      <p:sp>
        <p:nvSpPr>
          <p:cNvPr id="22561" name="Rectangle 19">
            <a:extLst>
              <a:ext uri="{FF2B5EF4-FFF2-40B4-BE49-F238E27FC236}">
                <a16:creationId xmlns:a16="http://schemas.microsoft.com/office/drawing/2014/main" xmlns="" id="{95313BF0-8897-3449-CCE9-20497BED8BC1}"/>
              </a:ext>
            </a:extLst>
          </p:cNvPr>
          <p:cNvSpPr>
            <a:spLocks noChangeArrowheads="1"/>
          </p:cNvSpPr>
          <p:nvPr/>
        </p:nvSpPr>
        <p:spPr bwMode="auto">
          <a:xfrm>
            <a:off x="754063" y="4294188"/>
            <a:ext cx="2233612"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prstDash val="dash"/>
                <a:miter lim="800000"/>
                <a:headEnd/>
                <a:tailEnd/>
              </a14:hiddenLine>
            </a:ext>
          </a:extLst>
        </p:spPr>
        <p:txBody>
          <a:bodyPr wrap="none" lIns="90000" tIns="46800" rIns="90000" bIns="46800"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FontTx/>
              <a:buNone/>
            </a:pPr>
            <a:r>
              <a:rPr lang="en-US" altLang="en-US" sz="1800" b="1"/>
              <a:t>48</a:t>
            </a:r>
            <a:endParaRPr lang="en-US" altLang="en-US" sz="1800"/>
          </a:p>
        </p:txBody>
      </p:sp>
      <p:sp>
        <p:nvSpPr>
          <p:cNvPr id="22562" name="Rectangle 18">
            <a:extLst>
              <a:ext uri="{FF2B5EF4-FFF2-40B4-BE49-F238E27FC236}">
                <a16:creationId xmlns:a16="http://schemas.microsoft.com/office/drawing/2014/main" xmlns="" id="{F0C10AB4-C151-298B-D6B7-CB498150426C}"/>
              </a:ext>
            </a:extLst>
          </p:cNvPr>
          <p:cNvSpPr>
            <a:spLocks noChangeArrowheads="1"/>
          </p:cNvSpPr>
          <p:nvPr/>
        </p:nvSpPr>
        <p:spPr bwMode="auto">
          <a:xfrm>
            <a:off x="728663" y="4711700"/>
            <a:ext cx="2233612"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prstDash val="dash"/>
                <a:miter lim="800000"/>
                <a:headEnd/>
                <a:tailEnd/>
              </a14:hiddenLine>
            </a:ext>
          </a:extLst>
        </p:spPr>
        <p:txBody>
          <a:bodyPr wrap="none" lIns="90000" tIns="46800" rIns="90000" bIns="46800"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FontTx/>
              <a:buNone/>
            </a:pPr>
            <a:r>
              <a:rPr lang="en-US" altLang="en-US" sz="1800" b="1"/>
              <a:t>13</a:t>
            </a:r>
            <a:endParaRPr lang="en-US" altLang="en-US" sz="1800"/>
          </a:p>
        </p:txBody>
      </p:sp>
      <p:sp>
        <p:nvSpPr>
          <p:cNvPr id="22563" name="Rectangle 18">
            <a:extLst>
              <a:ext uri="{FF2B5EF4-FFF2-40B4-BE49-F238E27FC236}">
                <a16:creationId xmlns:a16="http://schemas.microsoft.com/office/drawing/2014/main" xmlns="" id="{F8A6C880-A0D6-99B9-115C-FC831BD841C0}"/>
              </a:ext>
            </a:extLst>
          </p:cNvPr>
          <p:cNvSpPr>
            <a:spLocks noChangeArrowheads="1"/>
          </p:cNvSpPr>
          <p:nvPr/>
        </p:nvSpPr>
        <p:spPr bwMode="auto">
          <a:xfrm>
            <a:off x="762000" y="5102225"/>
            <a:ext cx="22336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prstDash val="dash"/>
                <a:miter lim="800000"/>
                <a:headEnd/>
                <a:tailEnd/>
              </a14:hiddenLine>
            </a:ext>
          </a:extLst>
        </p:spPr>
        <p:txBody>
          <a:bodyPr wrap="none" lIns="90000" tIns="46800" rIns="90000" bIns="46800"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FontTx/>
              <a:buNone/>
            </a:pPr>
            <a:r>
              <a:rPr lang="en-US" altLang="en-US" sz="1800" b="1"/>
              <a:t>92</a:t>
            </a:r>
            <a:endParaRPr lang="en-US" altLang="en-US" sz="1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
            <a:extLst>
              <a:ext uri="{FF2B5EF4-FFF2-40B4-BE49-F238E27FC236}">
                <a16:creationId xmlns:a16="http://schemas.microsoft.com/office/drawing/2014/main" xmlns="" id="{7B73A2F1-AAF6-C2DE-99D8-B0F3433021EA}"/>
              </a:ext>
            </a:extLst>
          </p:cNvPr>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t>Collisions</a:t>
            </a:r>
          </a:p>
        </p:txBody>
      </p:sp>
      <p:sp>
        <p:nvSpPr>
          <p:cNvPr id="23555" name="Rectangle 2">
            <a:extLst>
              <a:ext uri="{FF2B5EF4-FFF2-40B4-BE49-F238E27FC236}">
                <a16:creationId xmlns:a16="http://schemas.microsoft.com/office/drawing/2014/main" xmlns="" id="{9E2EBDC2-47A5-C563-9F40-2E36EE4C4A2C}"/>
              </a:ext>
            </a:extLst>
          </p:cNvPr>
          <p:cNvSpPr>
            <a:spLocks noGrp="1" noChangeArrowheads="1"/>
          </p:cNvSpPr>
          <p:nvPr>
            <p:ph type="body" idx="1"/>
          </p:nvPr>
        </p:nvSpPr>
        <p:spPr>
          <a:xfrm>
            <a:off x="685800" y="1774825"/>
            <a:ext cx="4525963" cy="4114800"/>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a:t>Here is another new record to insert, with a hash value of 2.</a:t>
            </a:r>
          </a:p>
        </p:txBody>
      </p:sp>
      <p:sp>
        <p:nvSpPr>
          <p:cNvPr id="23556" name="Freeform 3">
            <a:extLst>
              <a:ext uri="{FF2B5EF4-FFF2-40B4-BE49-F238E27FC236}">
                <a16:creationId xmlns:a16="http://schemas.microsoft.com/office/drawing/2014/main" xmlns="" id="{DF3EC8D7-D369-1CA9-8373-A56EE9EDAAE4}"/>
              </a:ext>
            </a:extLst>
          </p:cNvPr>
          <p:cNvSpPr>
            <a:spLocks noChangeArrowheads="1"/>
          </p:cNvSpPr>
          <p:nvPr/>
        </p:nvSpPr>
        <p:spPr bwMode="auto">
          <a:xfrm>
            <a:off x="6818313" y="3355975"/>
            <a:ext cx="1309687" cy="2830513"/>
          </a:xfrm>
          <a:custGeom>
            <a:avLst/>
            <a:gdLst>
              <a:gd name="T0" fmla="*/ 2147483646 w 3639"/>
              <a:gd name="T1" fmla="*/ 0 h 7864"/>
              <a:gd name="T2" fmla="*/ 0 w 3639"/>
              <a:gd name="T3" fmla="*/ 2147483646 h 7864"/>
              <a:gd name="T4" fmla="*/ 2147483646 w 3639"/>
              <a:gd name="T5" fmla="*/ 2147483646 h 7864"/>
              <a:gd name="T6" fmla="*/ 2147483646 w 3639"/>
              <a:gd name="T7" fmla="*/ 2147483646 h 7864"/>
              <a:gd name="T8" fmla="*/ 2147483646 w 3639"/>
              <a:gd name="T9" fmla="*/ 2147483646 h 7864"/>
              <a:gd name="T10" fmla="*/ 2147483646 w 3639"/>
              <a:gd name="T11" fmla="*/ 2147483646 h 7864"/>
              <a:gd name="T12" fmla="*/ 2147483646 w 3639"/>
              <a:gd name="T13" fmla="*/ 0 h 7864"/>
              <a:gd name="T14" fmla="*/ 0 60000 65536"/>
              <a:gd name="T15" fmla="*/ 0 60000 65536"/>
              <a:gd name="T16" fmla="*/ 0 60000 65536"/>
              <a:gd name="T17" fmla="*/ 0 60000 65536"/>
              <a:gd name="T18" fmla="*/ 0 60000 65536"/>
              <a:gd name="T19" fmla="*/ 0 60000 65536"/>
              <a:gd name="T20" fmla="*/ 0 60000 65536"/>
              <a:gd name="T21" fmla="*/ 0 w 3639"/>
              <a:gd name="T22" fmla="*/ 0 h 7864"/>
              <a:gd name="T23" fmla="*/ 3639 w 3639"/>
              <a:gd name="T24" fmla="*/ 7864 h 78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39" h="7864">
                <a:moveTo>
                  <a:pt x="1473" y="0"/>
                </a:moveTo>
                <a:lnTo>
                  <a:pt x="0" y="4211"/>
                </a:lnTo>
                <a:lnTo>
                  <a:pt x="445" y="4917"/>
                </a:lnTo>
                <a:lnTo>
                  <a:pt x="189" y="5411"/>
                </a:lnTo>
                <a:lnTo>
                  <a:pt x="1067" y="7863"/>
                </a:lnTo>
                <a:lnTo>
                  <a:pt x="3638" y="5146"/>
                </a:lnTo>
                <a:lnTo>
                  <a:pt x="147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557" name="AutoShape 4">
            <a:extLst>
              <a:ext uri="{FF2B5EF4-FFF2-40B4-BE49-F238E27FC236}">
                <a16:creationId xmlns:a16="http://schemas.microsoft.com/office/drawing/2014/main" xmlns="" id="{58CE19FA-393C-1505-FB8D-3E98598EC2E6}"/>
              </a:ext>
            </a:extLst>
          </p:cNvPr>
          <p:cNvSpPr>
            <a:spLocks noChangeArrowheads="1"/>
          </p:cNvSpPr>
          <p:nvPr/>
        </p:nvSpPr>
        <p:spPr bwMode="auto">
          <a:xfrm>
            <a:off x="839788" y="5341938"/>
            <a:ext cx="6046787" cy="785812"/>
          </a:xfrm>
          <a:prstGeom prst="roundRect">
            <a:avLst>
              <a:gd name="adj" fmla="val 199"/>
            </a:avLst>
          </a:prstGeom>
          <a:solidFill>
            <a:srgbClr val="808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23558" name="Line 5">
            <a:extLst>
              <a:ext uri="{FF2B5EF4-FFF2-40B4-BE49-F238E27FC236}">
                <a16:creationId xmlns:a16="http://schemas.microsoft.com/office/drawing/2014/main" xmlns="" id="{7DB2D1AC-CA29-4E86-EF5C-27A5DC3D8A2E}"/>
              </a:ext>
            </a:extLst>
          </p:cNvPr>
          <p:cNvSpPr>
            <a:spLocks noChangeShapeType="1"/>
          </p:cNvSpPr>
          <p:nvPr/>
        </p:nvSpPr>
        <p:spPr bwMode="auto">
          <a:xfrm>
            <a:off x="1752600" y="5338763"/>
            <a:ext cx="1588" cy="792162"/>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59" name="Line 6">
            <a:extLst>
              <a:ext uri="{FF2B5EF4-FFF2-40B4-BE49-F238E27FC236}">
                <a16:creationId xmlns:a16="http://schemas.microsoft.com/office/drawing/2014/main" xmlns="" id="{95493208-3931-65EE-3FAD-7B3F5703C6C8}"/>
              </a:ext>
            </a:extLst>
          </p:cNvPr>
          <p:cNvSpPr>
            <a:spLocks noChangeShapeType="1"/>
          </p:cNvSpPr>
          <p:nvPr/>
        </p:nvSpPr>
        <p:spPr bwMode="auto">
          <a:xfrm>
            <a:off x="2667000" y="5338763"/>
            <a:ext cx="1588" cy="792162"/>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0" name="Line 7">
            <a:extLst>
              <a:ext uri="{FF2B5EF4-FFF2-40B4-BE49-F238E27FC236}">
                <a16:creationId xmlns:a16="http://schemas.microsoft.com/office/drawing/2014/main" xmlns="" id="{062670D9-6A8E-AC2D-A7CB-19EE367EB96B}"/>
              </a:ext>
            </a:extLst>
          </p:cNvPr>
          <p:cNvSpPr>
            <a:spLocks noChangeShapeType="1"/>
          </p:cNvSpPr>
          <p:nvPr/>
        </p:nvSpPr>
        <p:spPr bwMode="auto">
          <a:xfrm>
            <a:off x="3579813" y="5338763"/>
            <a:ext cx="1587" cy="792162"/>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1" name="Line 8">
            <a:extLst>
              <a:ext uri="{FF2B5EF4-FFF2-40B4-BE49-F238E27FC236}">
                <a16:creationId xmlns:a16="http://schemas.microsoft.com/office/drawing/2014/main" xmlns="" id="{71EF8E52-4CF1-CD3A-CF2D-B348E54B0522}"/>
              </a:ext>
            </a:extLst>
          </p:cNvPr>
          <p:cNvSpPr>
            <a:spLocks noChangeShapeType="1"/>
          </p:cNvSpPr>
          <p:nvPr/>
        </p:nvSpPr>
        <p:spPr bwMode="auto">
          <a:xfrm>
            <a:off x="4495800" y="5341938"/>
            <a:ext cx="1588" cy="784225"/>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2" name="Line 9">
            <a:extLst>
              <a:ext uri="{FF2B5EF4-FFF2-40B4-BE49-F238E27FC236}">
                <a16:creationId xmlns:a16="http://schemas.microsoft.com/office/drawing/2014/main" xmlns="" id="{7F5152A7-3A1F-D00D-F26C-B71AB78A6843}"/>
              </a:ext>
            </a:extLst>
          </p:cNvPr>
          <p:cNvSpPr>
            <a:spLocks noChangeShapeType="1"/>
          </p:cNvSpPr>
          <p:nvPr/>
        </p:nvSpPr>
        <p:spPr bwMode="auto">
          <a:xfrm>
            <a:off x="5410200" y="5341938"/>
            <a:ext cx="1588" cy="784225"/>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3" name="Line 10">
            <a:extLst>
              <a:ext uri="{FF2B5EF4-FFF2-40B4-BE49-F238E27FC236}">
                <a16:creationId xmlns:a16="http://schemas.microsoft.com/office/drawing/2014/main" xmlns="" id="{4F752FF3-D758-68CE-85AA-5FD34B4A428A}"/>
              </a:ext>
            </a:extLst>
          </p:cNvPr>
          <p:cNvSpPr>
            <a:spLocks noChangeShapeType="1"/>
          </p:cNvSpPr>
          <p:nvPr/>
        </p:nvSpPr>
        <p:spPr bwMode="auto">
          <a:xfrm>
            <a:off x="6324600" y="5337175"/>
            <a:ext cx="1588" cy="793750"/>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4" name="AutoShape 11">
            <a:extLst>
              <a:ext uri="{FF2B5EF4-FFF2-40B4-BE49-F238E27FC236}">
                <a16:creationId xmlns:a16="http://schemas.microsoft.com/office/drawing/2014/main" xmlns="" id="{2A02660E-47BF-FED2-DD51-40F34702E90E}"/>
              </a:ext>
            </a:extLst>
          </p:cNvPr>
          <p:cNvSpPr>
            <a:spLocks noChangeArrowheads="1"/>
          </p:cNvSpPr>
          <p:nvPr/>
        </p:nvSpPr>
        <p:spPr bwMode="auto">
          <a:xfrm>
            <a:off x="960438" y="4876800"/>
            <a:ext cx="725487"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[ 0 ]</a:t>
            </a:r>
          </a:p>
        </p:txBody>
      </p:sp>
      <p:sp>
        <p:nvSpPr>
          <p:cNvPr id="23565" name="AutoShape 12">
            <a:extLst>
              <a:ext uri="{FF2B5EF4-FFF2-40B4-BE49-F238E27FC236}">
                <a16:creationId xmlns:a16="http://schemas.microsoft.com/office/drawing/2014/main" xmlns="" id="{2C187481-C7F8-F253-4850-DDE512522BED}"/>
              </a:ext>
            </a:extLst>
          </p:cNvPr>
          <p:cNvSpPr>
            <a:spLocks noChangeArrowheads="1"/>
          </p:cNvSpPr>
          <p:nvPr/>
        </p:nvSpPr>
        <p:spPr bwMode="auto">
          <a:xfrm>
            <a:off x="1820863" y="4876800"/>
            <a:ext cx="725487"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[ 1 ]</a:t>
            </a:r>
          </a:p>
        </p:txBody>
      </p:sp>
      <p:sp>
        <p:nvSpPr>
          <p:cNvPr id="23566" name="AutoShape 13">
            <a:extLst>
              <a:ext uri="{FF2B5EF4-FFF2-40B4-BE49-F238E27FC236}">
                <a16:creationId xmlns:a16="http://schemas.microsoft.com/office/drawing/2014/main" xmlns="" id="{AB688D35-2DAC-FE11-5EAE-D018C2232136}"/>
              </a:ext>
            </a:extLst>
          </p:cNvPr>
          <p:cNvSpPr>
            <a:spLocks noChangeArrowheads="1"/>
          </p:cNvSpPr>
          <p:nvPr/>
        </p:nvSpPr>
        <p:spPr bwMode="auto">
          <a:xfrm>
            <a:off x="2735263" y="4876800"/>
            <a:ext cx="725487"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[ 2 ]</a:t>
            </a:r>
          </a:p>
        </p:txBody>
      </p:sp>
      <p:sp>
        <p:nvSpPr>
          <p:cNvPr id="23567" name="AutoShape 14">
            <a:extLst>
              <a:ext uri="{FF2B5EF4-FFF2-40B4-BE49-F238E27FC236}">
                <a16:creationId xmlns:a16="http://schemas.microsoft.com/office/drawing/2014/main" xmlns="" id="{F6BA865A-E468-3D4F-DF3E-D620D9285A0F}"/>
              </a:ext>
            </a:extLst>
          </p:cNvPr>
          <p:cNvSpPr>
            <a:spLocks noChangeArrowheads="1"/>
          </p:cNvSpPr>
          <p:nvPr/>
        </p:nvSpPr>
        <p:spPr bwMode="auto">
          <a:xfrm>
            <a:off x="3616325" y="4876800"/>
            <a:ext cx="725488"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[ 3 ]</a:t>
            </a:r>
          </a:p>
        </p:txBody>
      </p:sp>
      <p:sp>
        <p:nvSpPr>
          <p:cNvPr id="23568" name="AutoShape 15">
            <a:extLst>
              <a:ext uri="{FF2B5EF4-FFF2-40B4-BE49-F238E27FC236}">
                <a16:creationId xmlns:a16="http://schemas.microsoft.com/office/drawing/2014/main" xmlns="" id="{DB179364-6D20-A091-2D72-392FFAF4CBD8}"/>
              </a:ext>
            </a:extLst>
          </p:cNvPr>
          <p:cNvSpPr>
            <a:spLocks noChangeArrowheads="1"/>
          </p:cNvSpPr>
          <p:nvPr/>
        </p:nvSpPr>
        <p:spPr bwMode="auto">
          <a:xfrm>
            <a:off x="4530725" y="4876800"/>
            <a:ext cx="725488"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[ 4 ]</a:t>
            </a:r>
          </a:p>
        </p:txBody>
      </p:sp>
      <p:sp>
        <p:nvSpPr>
          <p:cNvPr id="23569" name="AutoShape 16">
            <a:extLst>
              <a:ext uri="{FF2B5EF4-FFF2-40B4-BE49-F238E27FC236}">
                <a16:creationId xmlns:a16="http://schemas.microsoft.com/office/drawing/2014/main" xmlns="" id="{5BD18086-CC84-DC39-F041-531F5CB113F2}"/>
              </a:ext>
            </a:extLst>
          </p:cNvPr>
          <p:cNvSpPr>
            <a:spLocks noChangeArrowheads="1"/>
          </p:cNvSpPr>
          <p:nvPr/>
        </p:nvSpPr>
        <p:spPr bwMode="auto">
          <a:xfrm>
            <a:off x="5502275" y="4876800"/>
            <a:ext cx="725488"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[ 5 ]</a:t>
            </a:r>
          </a:p>
        </p:txBody>
      </p:sp>
      <p:sp>
        <p:nvSpPr>
          <p:cNvPr id="23570" name="AutoShape 17">
            <a:extLst>
              <a:ext uri="{FF2B5EF4-FFF2-40B4-BE49-F238E27FC236}">
                <a16:creationId xmlns:a16="http://schemas.microsoft.com/office/drawing/2014/main" xmlns="" id="{6364601E-74AC-0F9D-68DF-68965A894545}"/>
              </a:ext>
            </a:extLst>
          </p:cNvPr>
          <p:cNvSpPr>
            <a:spLocks noChangeArrowheads="1"/>
          </p:cNvSpPr>
          <p:nvPr/>
        </p:nvSpPr>
        <p:spPr bwMode="auto">
          <a:xfrm>
            <a:off x="7669213" y="5341938"/>
            <a:ext cx="901700" cy="785812"/>
          </a:xfrm>
          <a:prstGeom prst="roundRect">
            <a:avLst>
              <a:gd name="adj" fmla="val 199"/>
            </a:avLst>
          </a:prstGeom>
          <a:solidFill>
            <a:srgbClr val="808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23571" name="AutoShape 18">
            <a:extLst>
              <a:ext uri="{FF2B5EF4-FFF2-40B4-BE49-F238E27FC236}">
                <a16:creationId xmlns:a16="http://schemas.microsoft.com/office/drawing/2014/main" xmlns="" id="{4C388ECE-AFD9-D19B-E099-4972A49F77AA}"/>
              </a:ext>
            </a:extLst>
          </p:cNvPr>
          <p:cNvSpPr>
            <a:spLocks noChangeArrowheads="1"/>
          </p:cNvSpPr>
          <p:nvPr/>
        </p:nvSpPr>
        <p:spPr bwMode="auto">
          <a:xfrm>
            <a:off x="7824788" y="4879975"/>
            <a:ext cx="981075"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[ 700]</a:t>
            </a:r>
          </a:p>
        </p:txBody>
      </p:sp>
      <p:grpSp>
        <p:nvGrpSpPr>
          <p:cNvPr id="23572" name="Group 19">
            <a:extLst>
              <a:ext uri="{FF2B5EF4-FFF2-40B4-BE49-F238E27FC236}">
                <a16:creationId xmlns:a16="http://schemas.microsoft.com/office/drawing/2014/main" xmlns="" id="{8768CA12-0F0B-E468-46C5-E91B706C66CB}"/>
              </a:ext>
            </a:extLst>
          </p:cNvPr>
          <p:cNvGrpSpPr>
            <a:grpSpLocks/>
          </p:cNvGrpSpPr>
          <p:nvPr/>
        </p:nvGrpSpPr>
        <p:grpSpPr bwMode="auto">
          <a:xfrm>
            <a:off x="4598988" y="5475288"/>
            <a:ext cx="674687" cy="517525"/>
            <a:chOff x="2897" y="3449"/>
            <a:chExt cx="425" cy="326"/>
          </a:xfrm>
        </p:grpSpPr>
        <p:sp>
          <p:nvSpPr>
            <p:cNvPr id="23596" name="AutoShape 20">
              <a:extLst>
                <a:ext uri="{FF2B5EF4-FFF2-40B4-BE49-F238E27FC236}">
                  <a16:creationId xmlns:a16="http://schemas.microsoft.com/office/drawing/2014/main" xmlns="" id="{84C7C9EA-22AD-F2A2-6BF5-BFBFC4DDE966}"/>
                </a:ext>
              </a:extLst>
            </p:cNvPr>
            <p:cNvSpPr>
              <a:spLocks noChangeArrowheads="1"/>
            </p:cNvSpPr>
            <p:nvPr/>
          </p:nvSpPr>
          <p:spPr bwMode="auto">
            <a:xfrm>
              <a:off x="2897" y="3449"/>
              <a:ext cx="426"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506643548</a:t>
              </a:r>
            </a:p>
          </p:txBody>
        </p:sp>
        <p:pic>
          <p:nvPicPr>
            <p:cNvPr id="23597" name="Picture 21">
              <a:extLst>
                <a:ext uri="{FF2B5EF4-FFF2-40B4-BE49-F238E27FC236}">
                  <a16:creationId xmlns:a16="http://schemas.microsoft.com/office/drawing/2014/main" xmlns="" id="{146A81BA-3F33-BED5-D136-3E5C16597D2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r="35909" b="42468"/>
            <a:stretch>
              <a:fillRect/>
            </a:stretch>
          </p:blipFill>
          <p:spPr bwMode="auto">
            <a:xfrm>
              <a:off x="2945" y="3524"/>
              <a:ext cx="25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573" name="Group 22">
            <a:extLst>
              <a:ext uri="{FF2B5EF4-FFF2-40B4-BE49-F238E27FC236}">
                <a16:creationId xmlns:a16="http://schemas.microsoft.com/office/drawing/2014/main" xmlns="" id="{43DE33A2-3BD5-9023-920B-222FE9834731}"/>
              </a:ext>
            </a:extLst>
          </p:cNvPr>
          <p:cNvGrpSpPr>
            <a:grpSpLocks/>
          </p:cNvGrpSpPr>
          <p:nvPr/>
        </p:nvGrpSpPr>
        <p:grpSpPr bwMode="auto">
          <a:xfrm>
            <a:off x="2822575" y="5449888"/>
            <a:ext cx="674688" cy="568325"/>
            <a:chOff x="1778" y="3433"/>
            <a:chExt cx="425" cy="358"/>
          </a:xfrm>
        </p:grpSpPr>
        <p:sp>
          <p:nvSpPr>
            <p:cNvPr id="23594" name="AutoShape 23">
              <a:extLst>
                <a:ext uri="{FF2B5EF4-FFF2-40B4-BE49-F238E27FC236}">
                  <a16:creationId xmlns:a16="http://schemas.microsoft.com/office/drawing/2014/main" xmlns="" id="{46D42DB0-E66B-D631-09BB-083B7C7988F0}"/>
                </a:ext>
              </a:extLst>
            </p:cNvPr>
            <p:cNvSpPr>
              <a:spLocks noChangeArrowheads="1"/>
            </p:cNvSpPr>
            <p:nvPr/>
          </p:nvSpPr>
          <p:spPr bwMode="auto">
            <a:xfrm>
              <a:off x="1778" y="3433"/>
              <a:ext cx="426"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233667136</a:t>
              </a:r>
            </a:p>
          </p:txBody>
        </p:sp>
        <p:pic>
          <p:nvPicPr>
            <p:cNvPr id="23595" name="Picture 24">
              <a:extLst>
                <a:ext uri="{FF2B5EF4-FFF2-40B4-BE49-F238E27FC236}">
                  <a16:creationId xmlns:a16="http://schemas.microsoft.com/office/drawing/2014/main" xmlns="" id="{D3C90FEB-59D9-013A-85F4-7AB90694528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574" name="Group 25">
            <a:extLst>
              <a:ext uri="{FF2B5EF4-FFF2-40B4-BE49-F238E27FC236}">
                <a16:creationId xmlns:a16="http://schemas.microsoft.com/office/drawing/2014/main" xmlns="" id="{416938C9-F1FE-7D6A-95E0-E85AFC1E864A}"/>
              </a:ext>
            </a:extLst>
          </p:cNvPr>
          <p:cNvGrpSpPr>
            <a:grpSpLocks/>
          </p:cNvGrpSpPr>
          <p:nvPr/>
        </p:nvGrpSpPr>
        <p:grpSpPr bwMode="auto">
          <a:xfrm>
            <a:off x="1906588" y="5445125"/>
            <a:ext cx="620712" cy="576263"/>
            <a:chOff x="1201" y="3430"/>
            <a:chExt cx="391" cy="363"/>
          </a:xfrm>
        </p:grpSpPr>
        <p:sp>
          <p:nvSpPr>
            <p:cNvPr id="23592" name="AutoShape 26">
              <a:extLst>
                <a:ext uri="{FF2B5EF4-FFF2-40B4-BE49-F238E27FC236}">
                  <a16:creationId xmlns:a16="http://schemas.microsoft.com/office/drawing/2014/main" xmlns="" id="{28198788-D67C-ED07-16F3-49C91148CC94}"/>
                </a:ext>
              </a:extLst>
            </p:cNvPr>
            <p:cNvSpPr>
              <a:spLocks noChangeArrowheads="1"/>
            </p:cNvSpPr>
            <p:nvPr/>
          </p:nvSpPr>
          <p:spPr bwMode="auto">
            <a:xfrm>
              <a:off x="1201" y="3430"/>
              <a:ext cx="392"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281942902</a:t>
              </a:r>
            </a:p>
          </p:txBody>
        </p:sp>
        <p:pic>
          <p:nvPicPr>
            <p:cNvPr id="23593" name="Picture 27">
              <a:extLst>
                <a:ext uri="{FF2B5EF4-FFF2-40B4-BE49-F238E27FC236}">
                  <a16:creationId xmlns:a16="http://schemas.microsoft.com/office/drawing/2014/main" xmlns="" id="{28E280B4-0C56-DBBA-801A-F0C378563CB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575" name="Group 28">
            <a:extLst>
              <a:ext uri="{FF2B5EF4-FFF2-40B4-BE49-F238E27FC236}">
                <a16:creationId xmlns:a16="http://schemas.microsoft.com/office/drawing/2014/main" xmlns="" id="{BFFE7DC9-A5EE-2DAF-1421-E147BD4ED0A1}"/>
              </a:ext>
            </a:extLst>
          </p:cNvPr>
          <p:cNvGrpSpPr>
            <a:grpSpLocks/>
          </p:cNvGrpSpPr>
          <p:nvPr/>
        </p:nvGrpSpPr>
        <p:grpSpPr bwMode="auto">
          <a:xfrm>
            <a:off x="7764463" y="5480050"/>
            <a:ext cx="725487" cy="506413"/>
            <a:chOff x="4891" y="3452"/>
            <a:chExt cx="457" cy="319"/>
          </a:xfrm>
        </p:grpSpPr>
        <p:sp>
          <p:nvSpPr>
            <p:cNvPr id="23590" name="AutoShape 29">
              <a:extLst>
                <a:ext uri="{FF2B5EF4-FFF2-40B4-BE49-F238E27FC236}">
                  <a16:creationId xmlns:a16="http://schemas.microsoft.com/office/drawing/2014/main" xmlns="" id="{C70C6492-740F-2C75-36C6-283A308EF401}"/>
                </a:ext>
              </a:extLst>
            </p:cNvPr>
            <p:cNvSpPr>
              <a:spLocks noChangeArrowheads="1"/>
            </p:cNvSpPr>
            <p:nvPr/>
          </p:nvSpPr>
          <p:spPr bwMode="auto">
            <a:xfrm>
              <a:off x="4928" y="3452"/>
              <a:ext cx="392"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155778322</a:t>
              </a:r>
            </a:p>
          </p:txBody>
        </p:sp>
        <p:pic>
          <p:nvPicPr>
            <p:cNvPr id="23591" name="Picture 30">
              <a:extLst>
                <a:ext uri="{FF2B5EF4-FFF2-40B4-BE49-F238E27FC236}">
                  <a16:creationId xmlns:a16="http://schemas.microsoft.com/office/drawing/2014/main" xmlns="" id="{88DB150F-5F90-0DF5-E383-ABC02088D20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b="53267"/>
            <a:stretch>
              <a:fillRect/>
            </a:stretch>
          </p:blipFill>
          <p:spPr bwMode="auto">
            <a:xfrm>
              <a:off x="4891" y="3500"/>
              <a:ext cx="458"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576" name="Group 31">
            <a:extLst>
              <a:ext uri="{FF2B5EF4-FFF2-40B4-BE49-F238E27FC236}">
                <a16:creationId xmlns:a16="http://schemas.microsoft.com/office/drawing/2014/main" xmlns="" id="{9AE6E0CB-6CD1-71A4-3FF9-CE256E688D6E}"/>
              </a:ext>
            </a:extLst>
          </p:cNvPr>
          <p:cNvGrpSpPr>
            <a:grpSpLocks/>
          </p:cNvGrpSpPr>
          <p:nvPr/>
        </p:nvGrpSpPr>
        <p:grpSpPr bwMode="auto">
          <a:xfrm>
            <a:off x="6596063" y="4014788"/>
            <a:ext cx="1309687" cy="2830512"/>
            <a:chOff x="4155" y="2529"/>
            <a:chExt cx="825" cy="1783"/>
          </a:xfrm>
        </p:grpSpPr>
        <p:sp>
          <p:nvSpPr>
            <p:cNvPr id="23588" name="Freeform 32">
              <a:extLst>
                <a:ext uri="{FF2B5EF4-FFF2-40B4-BE49-F238E27FC236}">
                  <a16:creationId xmlns:a16="http://schemas.microsoft.com/office/drawing/2014/main" xmlns="" id="{A265B13E-27EC-B035-BD96-C2E55853DBFD}"/>
                </a:ext>
              </a:extLst>
            </p:cNvPr>
            <p:cNvSpPr>
              <a:spLocks noChangeArrowheads="1"/>
            </p:cNvSpPr>
            <p:nvPr/>
          </p:nvSpPr>
          <p:spPr bwMode="auto">
            <a:xfrm>
              <a:off x="4155" y="2529"/>
              <a:ext cx="826" cy="1784"/>
            </a:xfrm>
            <a:custGeom>
              <a:avLst/>
              <a:gdLst>
                <a:gd name="T0" fmla="*/ 0 w 3644"/>
                <a:gd name="T1" fmla="*/ 0 h 7868"/>
                <a:gd name="T2" fmla="*/ 0 w 3644"/>
                <a:gd name="T3" fmla="*/ 0 h 7868"/>
                <a:gd name="T4" fmla="*/ 0 w 3644"/>
                <a:gd name="T5" fmla="*/ 0 h 7868"/>
                <a:gd name="T6" fmla="*/ 0 w 3644"/>
                <a:gd name="T7" fmla="*/ 0 h 7868"/>
                <a:gd name="T8" fmla="*/ 0 w 3644"/>
                <a:gd name="T9" fmla="*/ 0 h 7868"/>
                <a:gd name="T10" fmla="*/ 0 w 3644"/>
                <a:gd name="T11" fmla="*/ 0 h 7868"/>
                <a:gd name="T12" fmla="*/ 0 w 3644"/>
                <a:gd name="T13" fmla="*/ 0 h 7868"/>
                <a:gd name="T14" fmla="*/ 0 60000 65536"/>
                <a:gd name="T15" fmla="*/ 0 60000 65536"/>
                <a:gd name="T16" fmla="*/ 0 60000 65536"/>
                <a:gd name="T17" fmla="*/ 0 60000 65536"/>
                <a:gd name="T18" fmla="*/ 0 60000 65536"/>
                <a:gd name="T19" fmla="*/ 0 60000 65536"/>
                <a:gd name="T20" fmla="*/ 0 60000 65536"/>
                <a:gd name="T21" fmla="*/ 0 w 3644"/>
                <a:gd name="T22" fmla="*/ 0 h 7868"/>
                <a:gd name="T23" fmla="*/ 3644 w 3644"/>
                <a:gd name="T24" fmla="*/ 7868 h 78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 h="7868">
                  <a:moveTo>
                    <a:pt x="1475" y="0"/>
                  </a:moveTo>
                  <a:lnTo>
                    <a:pt x="0" y="4213"/>
                  </a:lnTo>
                  <a:lnTo>
                    <a:pt x="445" y="4920"/>
                  </a:lnTo>
                  <a:lnTo>
                    <a:pt x="189" y="5414"/>
                  </a:lnTo>
                  <a:lnTo>
                    <a:pt x="1068" y="7867"/>
                  </a:lnTo>
                  <a:lnTo>
                    <a:pt x="3643" y="5149"/>
                  </a:lnTo>
                  <a:lnTo>
                    <a:pt x="147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589" name="AutoShape 33">
              <a:extLst>
                <a:ext uri="{FF2B5EF4-FFF2-40B4-BE49-F238E27FC236}">
                  <a16:creationId xmlns:a16="http://schemas.microsoft.com/office/drawing/2014/main" xmlns="" id="{9D470B04-75A7-F656-D6BE-3313C3196DAF}"/>
                </a:ext>
              </a:extLst>
            </p:cNvPr>
            <p:cNvSpPr>
              <a:spLocks noChangeArrowheads="1"/>
            </p:cNvSpPr>
            <p:nvPr/>
          </p:nvSpPr>
          <p:spPr bwMode="auto">
            <a:xfrm>
              <a:off x="4353" y="3461"/>
              <a:ext cx="383" cy="288"/>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 .</a:t>
              </a:r>
            </a:p>
          </p:txBody>
        </p:sp>
      </p:grpSp>
      <p:grpSp>
        <p:nvGrpSpPr>
          <p:cNvPr id="23577" name="Group 34">
            <a:extLst>
              <a:ext uri="{FF2B5EF4-FFF2-40B4-BE49-F238E27FC236}">
                <a16:creationId xmlns:a16="http://schemas.microsoft.com/office/drawing/2014/main" xmlns="" id="{80B12C13-7CC4-F987-D0CC-148A18C7E49D}"/>
              </a:ext>
            </a:extLst>
          </p:cNvPr>
          <p:cNvGrpSpPr>
            <a:grpSpLocks/>
          </p:cNvGrpSpPr>
          <p:nvPr/>
        </p:nvGrpSpPr>
        <p:grpSpPr bwMode="auto">
          <a:xfrm>
            <a:off x="3713163" y="5465763"/>
            <a:ext cx="620712" cy="557212"/>
            <a:chOff x="2339" y="3443"/>
            <a:chExt cx="391" cy="351"/>
          </a:xfrm>
        </p:grpSpPr>
        <p:pic>
          <p:nvPicPr>
            <p:cNvPr id="23586" name="Picture 35">
              <a:extLst>
                <a:ext uri="{FF2B5EF4-FFF2-40B4-BE49-F238E27FC236}">
                  <a16:creationId xmlns:a16="http://schemas.microsoft.com/office/drawing/2014/main" xmlns="" id="{2B6D9DD0-23BB-066C-9B82-9E118F66174F}"/>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l="51314" b="42641"/>
            <a:stretch>
              <a:fillRect/>
            </a:stretch>
          </p:blipFill>
          <p:spPr bwMode="auto">
            <a:xfrm>
              <a:off x="2369" y="3495"/>
              <a:ext cx="334"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87" name="AutoShape 36">
              <a:extLst>
                <a:ext uri="{FF2B5EF4-FFF2-40B4-BE49-F238E27FC236}">
                  <a16:creationId xmlns:a16="http://schemas.microsoft.com/office/drawing/2014/main" xmlns="" id="{7FF94C7F-7029-3C3D-CCC0-2391654FB0CB}"/>
                </a:ext>
              </a:extLst>
            </p:cNvPr>
            <p:cNvSpPr>
              <a:spLocks noChangeArrowheads="1"/>
            </p:cNvSpPr>
            <p:nvPr/>
          </p:nvSpPr>
          <p:spPr bwMode="auto">
            <a:xfrm>
              <a:off x="2339" y="3443"/>
              <a:ext cx="392"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580625685</a:t>
              </a:r>
            </a:p>
          </p:txBody>
        </p:sp>
      </p:grpSp>
      <p:sp>
        <p:nvSpPr>
          <p:cNvPr id="23578" name="AutoShape 37">
            <a:extLst>
              <a:ext uri="{FF2B5EF4-FFF2-40B4-BE49-F238E27FC236}">
                <a16:creationId xmlns:a16="http://schemas.microsoft.com/office/drawing/2014/main" xmlns="" id="{729217C2-65ED-9642-13DA-DA715B036DA9}"/>
              </a:ext>
            </a:extLst>
          </p:cNvPr>
          <p:cNvSpPr>
            <a:spLocks noChangeArrowheads="1"/>
          </p:cNvSpPr>
          <p:nvPr/>
        </p:nvSpPr>
        <p:spPr bwMode="auto">
          <a:xfrm>
            <a:off x="6029325" y="912813"/>
            <a:ext cx="2589213" cy="2474912"/>
          </a:xfrm>
          <a:prstGeom prst="roundRect">
            <a:avLst>
              <a:gd name="adj" fmla="val 60"/>
            </a:avLst>
          </a:prstGeom>
          <a:solidFill>
            <a:srgbClr val="808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pic>
        <p:nvPicPr>
          <p:cNvPr id="23579" name="Picture 38">
            <a:extLst>
              <a:ext uri="{FF2B5EF4-FFF2-40B4-BE49-F238E27FC236}">
                <a16:creationId xmlns:a16="http://schemas.microsoft.com/office/drawing/2014/main" xmlns="" id="{45C0B43F-E1EA-43C4-0663-4771376B8D9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375400" y="1558925"/>
            <a:ext cx="1873250"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80" name="Oval 39">
            <a:extLst>
              <a:ext uri="{FF2B5EF4-FFF2-40B4-BE49-F238E27FC236}">
                <a16:creationId xmlns:a16="http://schemas.microsoft.com/office/drawing/2014/main" xmlns="" id="{3C44BB1B-96F4-4BF0-2F2E-16BEEB169B11}"/>
              </a:ext>
            </a:extLst>
          </p:cNvPr>
          <p:cNvSpPr>
            <a:spLocks noChangeArrowheads="1"/>
          </p:cNvSpPr>
          <p:nvPr/>
        </p:nvSpPr>
        <p:spPr bwMode="auto">
          <a:xfrm>
            <a:off x="6864350" y="895350"/>
            <a:ext cx="1874838" cy="858838"/>
          </a:xfrm>
          <a:prstGeom prst="ellipse">
            <a:avLst/>
          </a:prstGeom>
          <a:solidFill>
            <a:srgbClr val="000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23581" name="AutoShape 40">
            <a:extLst>
              <a:ext uri="{FF2B5EF4-FFF2-40B4-BE49-F238E27FC236}">
                <a16:creationId xmlns:a16="http://schemas.microsoft.com/office/drawing/2014/main" xmlns="" id="{C24211EB-1613-729F-920F-50CEF8C21E64}"/>
              </a:ext>
            </a:extLst>
          </p:cNvPr>
          <p:cNvSpPr>
            <a:spLocks noChangeArrowheads="1"/>
          </p:cNvSpPr>
          <p:nvPr/>
        </p:nvSpPr>
        <p:spPr bwMode="auto">
          <a:xfrm>
            <a:off x="6156325" y="1103313"/>
            <a:ext cx="2271713" cy="433387"/>
          </a:xfrm>
          <a:prstGeom prst="roundRect">
            <a:avLst>
              <a:gd name="adj" fmla="val 4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Number </a:t>
            </a:r>
            <a:r>
              <a:rPr lang="en-GB" altLang="en-US" sz="1600" b="1">
                <a:latin typeface="Times New Roman" panose="02020603050405020304" pitchFamily="18" charset="0"/>
              </a:rPr>
              <a:t>701466868</a:t>
            </a:r>
          </a:p>
        </p:txBody>
      </p:sp>
      <p:sp>
        <p:nvSpPr>
          <p:cNvPr id="23582" name="Line 41">
            <a:extLst>
              <a:ext uri="{FF2B5EF4-FFF2-40B4-BE49-F238E27FC236}">
                <a16:creationId xmlns:a16="http://schemas.microsoft.com/office/drawing/2014/main" xmlns="" id="{37147686-8B5F-D36A-66E0-2962BD6A2578}"/>
              </a:ext>
            </a:extLst>
          </p:cNvPr>
          <p:cNvSpPr>
            <a:spLocks noChangeShapeType="1"/>
          </p:cNvSpPr>
          <p:nvPr/>
        </p:nvSpPr>
        <p:spPr bwMode="auto">
          <a:xfrm flipH="1">
            <a:off x="3300413" y="2376488"/>
            <a:ext cx="2724150" cy="2432050"/>
          </a:xfrm>
          <a:prstGeom prst="line">
            <a:avLst/>
          </a:prstGeom>
          <a:noFill/>
          <a:ln w="50760">
            <a:solidFill>
              <a:srgbClr val="FF8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23583" name="Group 42">
            <a:extLst>
              <a:ext uri="{FF2B5EF4-FFF2-40B4-BE49-F238E27FC236}">
                <a16:creationId xmlns:a16="http://schemas.microsoft.com/office/drawing/2014/main" xmlns="" id="{9CB18397-E37A-0AA0-15A9-150985325499}"/>
              </a:ext>
            </a:extLst>
          </p:cNvPr>
          <p:cNvGrpSpPr>
            <a:grpSpLocks/>
          </p:cNvGrpSpPr>
          <p:nvPr/>
        </p:nvGrpSpPr>
        <p:grpSpPr bwMode="auto">
          <a:xfrm>
            <a:off x="7323138" y="3090863"/>
            <a:ext cx="1800225" cy="1290637"/>
            <a:chOff x="4613" y="1947"/>
            <a:chExt cx="1134" cy="813"/>
          </a:xfrm>
        </p:grpSpPr>
        <p:sp>
          <p:nvSpPr>
            <p:cNvPr id="23584" name="Freeform 43">
              <a:extLst>
                <a:ext uri="{FF2B5EF4-FFF2-40B4-BE49-F238E27FC236}">
                  <a16:creationId xmlns:a16="http://schemas.microsoft.com/office/drawing/2014/main" xmlns="" id="{2632E4AF-4D53-B4CE-93BC-19106FB2C953}"/>
                </a:ext>
              </a:extLst>
            </p:cNvPr>
            <p:cNvSpPr>
              <a:spLocks noChangeArrowheads="1"/>
            </p:cNvSpPr>
            <p:nvPr/>
          </p:nvSpPr>
          <p:spPr bwMode="auto">
            <a:xfrm>
              <a:off x="4613" y="1947"/>
              <a:ext cx="1134" cy="814"/>
            </a:xfrm>
            <a:custGeom>
              <a:avLst/>
              <a:gdLst>
                <a:gd name="T0" fmla="*/ 0 w 5002"/>
                <a:gd name="T1" fmla="*/ 0 h 3590"/>
                <a:gd name="T2" fmla="*/ 0 w 5002"/>
                <a:gd name="T3" fmla="*/ 0 h 3590"/>
                <a:gd name="T4" fmla="*/ 0 w 5002"/>
                <a:gd name="T5" fmla="*/ 0 h 3590"/>
                <a:gd name="T6" fmla="*/ 0 w 5002"/>
                <a:gd name="T7" fmla="*/ 0 h 3590"/>
                <a:gd name="T8" fmla="*/ 0 w 5002"/>
                <a:gd name="T9" fmla="*/ 0 h 3590"/>
                <a:gd name="T10" fmla="*/ 0 w 5002"/>
                <a:gd name="T11" fmla="*/ 0 h 3590"/>
                <a:gd name="T12" fmla="*/ 0 w 5002"/>
                <a:gd name="T13" fmla="*/ 0 h 3590"/>
                <a:gd name="T14" fmla="*/ 0 w 5002"/>
                <a:gd name="T15" fmla="*/ 0 h 3590"/>
                <a:gd name="T16" fmla="*/ 0 w 5002"/>
                <a:gd name="T17" fmla="*/ 0 h 3590"/>
                <a:gd name="T18" fmla="*/ 0 w 5002"/>
                <a:gd name="T19" fmla="*/ 0 h 3590"/>
                <a:gd name="T20" fmla="*/ 0 w 5002"/>
                <a:gd name="T21" fmla="*/ 0 h 3590"/>
                <a:gd name="T22" fmla="*/ 0 w 5002"/>
                <a:gd name="T23" fmla="*/ 0 h 35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002"/>
                <a:gd name="T37" fmla="*/ 0 h 3590"/>
                <a:gd name="T38" fmla="*/ 5002 w 5002"/>
                <a:gd name="T39" fmla="*/ 3590 h 35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002" h="3590">
                  <a:moveTo>
                    <a:pt x="0" y="3153"/>
                  </a:moveTo>
                  <a:cubicBezTo>
                    <a:pt x="0" y="3589"/>
                    <a:pt x="0" y="3589"/>
                    <a:pt x="699" y="3589"/>
                  </a:cubicBezTo>
                  <a:lnTo>
                    <a:pt x="4302" y="3589"/>
                  </a:lnTo>
                  <a:cubicBezTo>
                    <a:pt x="5001" y="3589"/>
                    <a:pt x="5001" y="3589"/>
                    <a:pt x="5001" y="3153"/>
                  </a:cubicBezTo>
                  <a:lnTo>
                    <a:pt x="5001" y="904"/>
                  </a:lnTo>
                  <a:cubicBezTo>
                    <a:pt x="5001" y="468"/>
                    <a:pt x="5001" y="468"/>
                    <a:pt x="4302" y="468"/>
                  </a:cubicBezTo>
                  <a:lnTo>
                    <a:pt x="1999" y="468"/>
                  </a:lnTo>
                  <a:lnTo>
                    <a:pt x="342" y="0"/>
                  </a:lnTo>
                  <a:lnTo>
                    <a:pt x="791" y="468"/>
                  </a:lnTo>
                  <a:lnTo>
                    <a:pt x="699" y="468"/>
                  </a:lnTo>
                  <a:cubicBezTo>
                    <a:pt x="0" y="468"/>
                    <a:pt x="0" y="468"/>
                    <a:pt x="0" y="904"/>
                  </a:cubicBezTo>
                  <a:lnTo>
                    <a:pt x="0" y="3153"/>
                  </a:lnTo>
                </a:path>
              </a:pathLst>
            </a:custGeom>
            <a:solidFill>
              <a:srgbClr val="0000FF"/>
            </a:solidFill>
            <a:ln w="12600">
              <a:solidFill>
                <a:srgbClr val="E0E0E0"/>
              </a:solidFill>
              <a:round/>
              <a:headEnd/>
              <a:tailEnd/>
            </a:ln>
          </p:spPr>
          <p:txBody>
            <a:bodyPr wrap="none" anchor="ctr"/>
            <a:lstStyle/>
            <a:p>
              <a:endParaRPr lang="en-US"/>
            </a:p>
          </p:txBody>
        </p:sp>
        <p:sp>
          <p:nvSpPr>
            <p:cNvPr id="23585" name="AutoShape 44">
              <a:extLst>
                <a:ext uri="{FF2B5EF4-FFF2-40B4-BE49-F238E27FC236}">
                  <a16:creationId xmlns:a16="http://schemas.microsoft.com/office/drawing/2014/main" xmlns="" id="{C7B74AFB-FDC7-C6D2-0863-F790FF2B91E1}"/>
                </a:ext>
              </a:extLst>
            </p:cNvPr>
            <p:cNvSpPr>
              <a:spLocks noChangeArrowheads="1"/>
            </p:cNvSpPr>
            <p:nvPr/>
          </p:nvSpPr>
          <p:spPr bwMode="auto">
            <a:xfrm>
              <a:off x="4614" y="1947"/>
              <a:ext cx="1134" cy="814"/>
            </a:xfrm>
            <a:prstGeom prst="roundRect">
              <a:avLst>
                <a:gd name="adj" fmla="val 12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5000"/>
                </a:lnSpc>
                <a:spcBef>
                  <a:spcPct val="0"/>
                </a:spcBef>
                <a:spcAft>
                  <a:spcPct val="0"/>
                </a:spcAft>
                <a:buClr>
                  <a:srgbClr val="E0E0E0"/>
                </a:buClr>
                <a:buFont typeface="Times New Roman" panose="02020603050405020304" pitchFamily="18" charset="0"/>
                <a:buNone/>
              </a:pPr>
              <a:r>
                <a:rPr lang="en-GB" altLang="en-US" b="1">
                  <a:latin typeface="Times New Roman" panose="02020603050405020304" pitchFamily="18" charset="0"/>
                </a:rPr>
                <a:t>My hash</a:t>
              </a:r>
            </a:p>
            <a:p>
              <a:pPr algn="ctr" eaLnBrk="1" hangingPunct="1">
                <a:lnSpc>
                  <a:spcPct val="100000"/>
                </a:lnSpc>
                <a:spcBef>
                  <a:spcPct val="0"/>
                </a:spcBef>
                <a:spcAft>
                  <a:spcPct val="0"/>
                </a:spcAft>
                <a:buClr>
                  <a:srgbClr val="E0E0E0"/>
                </a:buClr>
                <a:buFont typeface="Times New Roman" panose="02020603050405020304" pitchFamily="18" charset="0"/>
                <a:buNone/>
              </a:pPr>
              <a:r>
                <a:rPr lang="en-GB" altLang="en-US" b="1">
                  <a:latin typeface="Times New Roman" panose="02020603050405020304" pitchFamily="18" charset="0"/>
                </a:rPr>
                <a:t>value is [2].</a:t>
              </a:r>
            </a:p>
          </p:txBody>
        </p:sp>
      </p:grpSp>
    </p:spTree>
  </p:cSld>
  <p:clrMapOvr>
    <a:masterClrMapping/>
  </p:clrMapOvr>
  <p:transition>
    <p:strips dir="l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
            <a:extLst>
              <a:ext uri="{FF2B5EF4-FFF2-40B4-BE49-F238E27FC236}">
                <a16:creationId xmlns:a16="http://schemas.microsoft.com/office/drawing/2014/main" xmlns="" id="{88054218-F4EA-2EDE-EF3A-4EDAC3F3C47A}"/>
              </a:ext>
            </a:extLst>
          </p:cNvPr>
          <p:cNvSpPr>
            <a:spLocks noGrp="1" noChangeArrowheads="1"/>
          </p:cNvSpPr>
          <p:nvPr>
            <p:ph type="title"/>
          </p:nvPr>
        </p:nvSpPr>
        <p:spPr>
          <a:xfrm>
            <a:off x="304800" y="604838"/>
            <a:ext cx="7772400" cy="619125"/>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t>Collisions Linear Probing</a:t>
            </a:r>
          </a:p>
        </p:txBody>
      </p:sp>
      <p:sp>
        <p:nvSpPr>
          <p:cNvPr id="25603" name="Rectangle 2">
            <a:extLst>
              <a:ext uri="{FF2B5EF4-FFF2-40B4-BE49-F238E27FC236}">
                <a16:creationId xmlns:a16="http://schemas.microsoft.com/office/drawing/2014/main" xmlns="" id="{C3E77A4E-BAFC-52F9-5382-A4425F53439B}"/>
              </a:ext>
            </a:extLst>
          </p:cNvPr>
          <p:cNvSpPr>
            <a:spLocks noGrp="1" noChangeArrowheads="1"/>
          </p:cNvSpPr>
          <p:nvPr>
            <p:ph type="body" idx="1"/>
          </p:nvPr>
        </p:nvSpPr>
        <p:spPr>
          <a:xfrm>
            <a:off x="685800" y="1774825"/>
            <a:ext cx="4525963" cy="1730375"/>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a:t>This is called a </a:t>
            </a:r>
            <a:r>
              <a:rPr lang="en-GB" altLang="en-US" b="1"/>
              <a:t>collision</a:t>
            </a:r>
            <a:r>
              <a:rPr lang="en-GB" altLang="en-US"/>
              <a:t>, because there is already another valid record at [2].</a:t>
            </a:r>
          </a:p>
        </p:txBody>
      </p:sp>
      <p:sp>
        <p:nvSpPr>
          <p:cNvPr id="25604" name="Freeform 3">
            <a:extLst>
              <a:ext uri="{FF2B5EF4-FFF2-40B4-BE49-F238E27FC236}">
                <a16:creationId xmlns:a16="http://schemas.microsoft.com/office/drawing/2014/main" xmlns="" id="{2A3CB252-3FFC-35D2-D479-82922ECDE115}"/>
              </a:ext>
            </a:extLst>
          </p:cNvPr>
          <p:cNvSpPr>
            <a:spLocks noChangeArrowheads="1"/>
          </p:cNvSpPr>
          <p:nvPr/>
        </p:nvSpPr>
        <p:spPr bwMode="auto">
          <a:xfrm>
            <a:off x="6818313" y="3355975"/>
            <a:ext cx="1309687" cy="2830513"/>
          </a:xfrm>
          <a:custGeom>
            <a:avLst/>
            <a:gdLst>
              <a:gd name="T0" fmla="*/ 2147483646 w 3639"/>
              <a:gd name="T1" fmla="*/ 0 h 7864"/>
              <a:gd name="T2" fmla="*/ 0 w 3639"/>
              <a:gd name="T3" fmla="*/ 2147483646 h 7864"/>
              <a:gd name="T4" fmla="*/ 2147483646 w 3639"/>
              <a:gd name="T5" fmla="*/ 2147483646 h 7864"/>
              <a:gd name="T6" fmla="*/ 2147483646 w 3639"/>
              <a:gd name="T7" fmla="*/ 2147483646 h 7864"/>
              <a:gd name="T8" fmla="*/ 2147483646 w 3639"/>
              <a:gd name="T9" fmla="*/ 2147483646 h 7864"/>
              <a:gd name="T10" fmla="*/ 2147483646 w 3639"/>
              <a:gd name="T11" fmla="*/ 2147483646 h 7864"/>
              <a:gd name="T12" fmla="*/ 2147483646 w 3639"/>
              <a:gd name="T13" fmla="*/ 0 h 7864"/>
              <a:gd name="T14" fmla="*/ 0 60000 65536"/>
              <a:gd name="T15" fmla="*/ 0 60000 65536"/>
              <a:gd name="T16" fmla="*/ 0 60000 65536"/>
              <a:gd name="T17" fmla="*/ 0 60000 65536"/>
              <a:gd name="T18" fmla="*/ 0 60000 65536"/>
              <a:gd name="T19" fmla="*/ 0 60000 65536"/>
              <a:gd name="T20" fmla="*/ 0 60000 65536"/>
              <a:gd name="T21" fmla="*/ 0 w 3639"/>
              <a:gd name="T22" fmla="*/ 0 h 7864"/>
              <a:gd name="T23" fmla="*/ 3639 w 3639"/>
              <a:gd name="T24" fmla="*/ 7864 h 78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39" h="7864">
                <a:moveTo>
                  <a:pt x="1473" y="0"/>
                </a:moveTo>
                <a:lnTo>
                  <a:pt x="0" y="4211"/>
                </a:lnTo>
                <a:lnTo>
                  <a:pt x="445" y="4917"/>
                </a:lnTo>
                <a:lnTo>
                  <a:pt x="189" y="5411"/>
                </a:lnTo>
                <a:lnTo>
                  <a:pt x="1067" y="7863"/>
                </a:lnTo>
                <a:lnTo>
                  <a:pt x="3638" y="5146"/>
                </a:lnTo>
                <a:lnTo>
                  <a:pt x="147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05" name="AutoShape 4">
            <a:extLst>
              <a:ext uri="{FF2B5EF4-FFF2-40B4-BE49-F238E27FC236}">
                <a16:creationId xmlns:a16="http://schemas.microsoft.com/office/drawing/2014/main" xmlns="" id="{D4CA7B4F-E4B9-49A4-8F41-69827F035134}"/>
              </a:ext>
            </a:extLst>
          </p:cNvPr>
          <p:cNvSpPr>
            <a:spLocks noChangeArrowheads="1"/>
          </p:cNvSpPr>
          <p:nvPr/>
        </p:nvSpPr>
        <p:spPr bwMode="auto">
          <a:xfrm>
            <a:off x="839788" y="5341938"/>
            <a:ext cx="6046787" cy="785812"/>
          </a:xfrm>
          <a:prstGeom prst="roundRect">
            <a:avLst>
              <a:gd name="adj" fmla="val 199"/>
            </a:avLst>
          </a:prstGeom>
          <a:solidFill>
            <a:srgbClr val="808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25606" name="Line 5">
            <a:extLst>
              <a:ext uri="{FF2B5EF4-FFF2-40B4-BE49-F238E27FC236}">
                <a16:creationId xmlns:a16="http://schemas.microsoft.com/office/drawing/2014/main" xmlns="" id="{6A8BB840-7C15-F1DB-40F6-D8EC429BCAC1}"/>
              </a:ext>
            </a:extLst>
          </p:cNvPr>
          <p:cNvSpPr>
            <a:spLocks noChangeShapeType="1"/>
          </p:cNvSpPr>
          <p:nvPr/>
        </p:nvSpPr>
        <p:spPr bwMode="auto">
          <a:xfrm>
            <a:off x="1752600" y="5338763"/>
            <a:ext cx="1588" cy="792162"/>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07" name="Line 6">
            <a:extLst>
              <a:ext uri="{FF2B5EF4-FFF2-40B4-BE49-F238E27FC236}">
                <a16:creationId xmlns:a16="http://schemas.microsoft.com/office/drawing/2014/main" xmlns="" id="{E46C8449-19F2-3571-F994-823C4CA3AEDB}"/>
              </a:ext>
            </a:extLst>
          </p:cNvPr>
          <p:cNvSpPr>
            <a:spLocks noChangeShapeType="1"/>
          </p:cNvSpPr>
          <p:nvPr/>
        </p:nvSpPr>
        <p:spPr bwMode="auto">
          <a:xfrm>
            <a:off x="2667000" y="5338763"/>
            <a:ext cx="1588" cy="792162"/>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08" name="Line 7">
            <a:extLst>
              <a:ext uri="{FF2B5EF4-FFF2-40B4-BE49-F238E27FC236}">
                <a16:creationId xmlns:a16="http://schemas.microsoft.com/office/drawing/2014/main" xmlns="" id="{558D38ED-D0CC-9910-DD48-06F53D91B9BA}"/>
              </a:ext>
            </a:extLst>
          </p:cNvPr>
          <p:cNvSpPr>
            <a:spLocks noChangeShapeType="1"/>
          </p:cNvSpPr>
          <p:nvPr/>
        </p:nvSpPr>
        <p:spPr bwMode="auto">
          <a:xfrm>
            <a:off x="3579813" y="5338763"/>
            <a:ext cx="1587" cy="792162"/>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09" name="Line 8">
            <a:extLst>
              <a:ext uri="{FF2B5EF4-FFF2-40B4-BE49-F238E27FC236}">
                <a16:creationId xmlns:a16="http://schemas.microsoft.com/office/drawing/2014/main" xmlns="" id="{279C7204-3300-DEB0-F634-736BC7FD468F}"/>
              </a:ext>
            </a:extLst>
          </p:cNvPr>
          <p:cNvSpPr>
            <a:spLocks noChangeShapeType="1"/>
          </p:cNvSpPr>
          <p:nvPr/>
        </p:nvSpPr>
        <p:spPr bwMode="auto">
          <a:xfrm>
            <a:off x="4495800" y="5341938"/>
            <a:ext cx="1588" cy="784225"/>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0" name="Line 9">
            <a:extLst>
              <a:ext uri="{FF2B5EF4-FFF2-40B4-BE49-F238E27FC236}">
                <a16:creationId xmlns:a16="http://schemas.microsoft.com/office/drawing/2014/main" xmlns="" id="{B9CD9E59-4325-DF83-3D20-6FAD0F86288B}"/>
              </a:ext>
            </a:extLst>
          </p:cNvPr>
          <p:cNvSpPr>
            <a:spLocks noChangeShapeType="1"/>
          </p:cNvSpPr>
          <p:nvPr/>
        </p:nvSpPr>
        <p:spPr bwMode="auto">
          <a:xfrm>
            <a:off x="5410200" y="5341938"/>
            <a:ext cx="1588" cy="784225"/>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1" name="Line 10">
            <a:extLst>
              <a:ext uri="{FF2B5EF4-FFF2-40B4-BE49-F238E27FC236}">
                <a16:creationId xmlns:a16="http://schemas.microsoft.com/office/drawing/2014/main" xmlns="" id="{DBE781C7-2BB6-991F-9495-A2B84E3687C0}"/>
              </a:ext>
            </a:extLst>
          </p:cNvPr>
          <p:cNvSpPr>
            <a:spLocks noChangeShapeType="1"/>
          </p:cNvSpPr>
          <p:nvPr/>
        </p:nvSpPr>
        <p:spPr bwMode="auto">
          <a:xfrm>
            <a:off x="6324600" y="5337175"/>
            <a:ext cx="1588" cy="793750"/>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2" name="AutoShape 11">
            <a:extLst>
              <a:ext uri="{FF2B5EF4-FFF2-40B4-BE49-F238E27FC236}">
                <a16:creationId xmlns:a16="http://schemas.microsoft.com/office/drawing/2014/main" xmlns="" id="{67153270-23E6-F636-3377-0D76BFA3C556}"/>
              </a:ext>
            </a:extLst>
          </p:cNvPr>
          <p:cNvSpPr>
            <a:spLocks noChangeArrowheads="1"/>
          </p:cNvSpPr>
          <p:nvPr/>
        </p:nvSpPr>
        <p:spPr bwMode="auto">
          <a:xfrm>
            <a:off x="960438" y="4876800"/>
            <a:ext cx="725487"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[ 0 ]</a:t>
            </a:r>
          </a:p>
        </p:txBody>
      </p:sp>
      <p:sp>
        <p:nvSpPr>
          <p:cNvPr id="25613" name="AutoShape 12">
            <a:extLst>
              <a:ext uri="{FF2B5EF4-FFF2-40B4-BE49-F238E27FC236}">
                <a16:creationId xmlns:a16="http://schemas.microsoft.com/office/drawing/2014/main" xmlns="" id="{05DD20E3-6827-8351-6BCB-C4DB0125D4E4}"/>
              </a:ext>
            </a:extLst>
          </p:cNvPr>
          <p:cNvSpPr>
            <a:spLocks noChangeArrowheads="1"/>
          </p:cNvSpPr>
          <p:nvPr/>
        </p:nvSpPr>
        <p:spPr bwMode="auto">
          <a:xfrm>
            <a:off x="1820863" y="4876800"/>
            <a:ext cx="725487"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[ 1 ]</a:t>
            </a:r>
          </a:p>
        </p:txBody>
      </p:sp>
      <p:sp>
        <p:nvSpPr>
          <p:cNvPr id="25614" name="AutoShape 13">
            <a:extLst>
              <a:ext uri="{FF2B5EF4-FFF2-40B4-BE49-F238E27FC236}">
                <a16:creationId xmlns:a16="http://schemas.microsoft.com/office/drawing/2014/main" xmlns="" id="{71DD8A75-4BEF-66C5-0AE0-1774DADE0223}"/>
              </a:ext>
            </a:extLst>
          </p:cNvPr>
          <p:cNvSpPr>
            <a:spLocks noChangeArrowheads="1"/>
          </p:cNvSpPr>
          <p:nvPr/>
        </p:nvSpPr>
        <p:spPr bwMode="auto">
          <a:xfrm>
            <a:off x="2735263" y="4876800"/>
            <a:ext cx="725487"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[ 2 ]</a:t>
            </a:r>
          </a:p>
        </p:txBody>
      </p:sp>
      <p:sp>
        <p:nvSpPr>
          <p:cNvPr id="25615" name="AutoShape 14">
            <a:extLst>
              <a:ext uri="{FF2B5EF4-FFF2-40B4-BE49-F238E27FC236}">
                <a16:creationId xmlns:a16="http://schemas.microsoft.com/office/drawing/2014/main" xmlns="" id="{4C3D4AED-334F-FCE2-2D7A-2B6B9F324FDD}"/>
              </a:ext>
            </a:extLst>
          </p:cNvPr>
          <p:cNvSpPr>
            <a:spLocks noChangeArrowheads="1"/>
          </p:cNvSpPr>
          <p:nvPr/>
        </p:nvSpPr>
        <p:spPr bwMode="auto">
          <a:xfrm>
            <a:off x="3616325" y="4876800"/>
            <a:ext cx="725488"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[ 3 ]</a:t>
            </a:r>
          </a:p>
        </p:txBody>
      </p:sp>
      <p:sp>
        <p:nvSpPr>
          <p:cNvPr id="25616" name="AutoShape 15">
            <a:extLst>
              <a:ext uri="{FF2B5EF4-FFF2-40B4-BE49-F238E27FC236}">
                <a16:creationId xmlns:a16="http://schemas.microsoft.com/office/drawing/2014/main" xmlns="" id="{C1847878-4BCC-7735-9B5A-C12060426A73}"/>
              </a:ext>
            </a:extLst>
          </p:cNvPr>
          <p:cNvSpPr>
            <a:spLocks noChangeArrowheads="1"/>
          </p:cNvSpPr>
          <p:nvPr/>
        </p:nvSpPr>
        <p:spPr bwMode="auto">
          <a:xfrm>
            <a:off x="4530725" y="4876800"/>
            <a:ext cx="725488"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[ 4 ]</a:t>
            </a:r>
          </a:p>
        </p:txBody>
      </p:sp>
      <p:sp>
        <p:nvSpPr>
          <p:cNvPr id="25617" name="AutoShape 16">
            <a:extLst>
              <a:ext uri="{FF2B5EF4-FFF2-40B4-BE49-F238E27FC236}">
                <a16:creationId xmlns:a16="http://schemas.microsoft.com/office/drawing/2014/main" xmlns="" id="{A1692F54-C422-5221-9F1D-A90BAC1A16EE}"/>
              </a:ext>
            </a:extLst>
          </p:cNvPr>
          <p:cNvSpPr>
            <a:spLocks noChangeArrowheads="1"/>
          </p:cNvSpPr>
          <p:nvPr/>
        </p:nvSpPr>
        <p:spPr bwMode="auto">
          <a:xfrm>
            <a:off x="5502275" y="4876800"/>
            <a:ext cx="725488"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[ 5 ]</a:t>
            </a:r>
          </a:p>
        </p:txBody>
      </p:sp>
      <p:sp>
        <p:nvSpPr>
          <p:cNvPr id="25618" name="AutoShape 17">
            <a:extLst>
              <a:ext uri="{FF2B5EF4-FFF2-40B4-BE49-F238E27FC236}">
                <a16:creationId xmlns:a16="http://schemas.microsoft.com/office/drawing/2014/main" xmlns="" id="{67C522DC-F113-34CE-CEF7-F82FFA5F680B}"/>
              </a:ext>
            </a:extLst>
          </p:cNvPr>
          <p:cNvSpPr>
            <a:spLocks noChangeArrowheads="1"/>
          </p:cNvSpPr>
          <p:nvPr/>
        </p:nvSpPr>
        <p:spPr bwMode="auto">
          <a:xfrm>
            <a:off x="7669213" y="5341938"/>
            <a:ext cx="901700" cy="785812"/>
          </a:xfrm>
          <a:prstGeom prst="roundRect">
            <a:avLst>
              <a:gd name="adj" fmla="val 199"/>
            </a:avLst>
          </a:prstGeom>
          <a:solidFill>
            <a:srgbClr val="808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25619" name="AutoShape 18">
            <a:extLst>
              <a:ext uri="{FF2B5EF4-FFF2-40B4-BE49-F238E27FC236}">
                <a16:creationId xmlns:a16="http://schemas.microsoft.com/office/drawing/2014/main" xmlns="" id="{E73C222B-28CD-8020-1471-925938F8D59A}"/>
              </a:ext>
            </a:extLst>
          </p:cNvPr>
          <p:cNvSpPr>
            <a:spLocks noChangeArrowheads="1"/>
          </p:cNvSpPr>
          <p:nvPr/>
        </p:nvSpPr>
        <p:spPr bwMode="auto">
          <a:xfrm>
            <a:off x="7824788" y="4879975"/>
            <a:ext cx="981075"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[ 700]</a:t>
            </a:r>
          </a:p>
        </p:txBody>
      </p:sp>
      <p:grpSp>
        <p:nvGrpSpPr>
          <p:cNvPr id="25620" name="Group 19">
            <a:extLst>
              <a:ext uri="{FF2B5EF4-FFF2-40B4-BE49-F238E27FC236}">
                <a16:creationId xmlns:a16="http://schemas.microsoft.com/office/drawing/2014/main" xmlns="" id="{1B897314-880A-476D-0715-0D7B9240914C}"/>
              </a:ext>
            </a:extLst>
          </p:cNvPr>
          <p:cNvGrpSpPr>
            <a:grpSpLocks/>
          </p:cNvGrpSpPr>
          <p:nvPr/>
        </p:nvGrpSpPr>
        <p:grpSpPr bwMode="auto">
          <a:xfrm>
            <a:off x="4598988" y="5475288"/>
            <a:ext cx="674687" cy="517525"/>
            <a:chOff x="2897" y="3449"/>
            <a:chExt cx="425" cy="326"/>
          </a:xfrm>
        </p:grpSpPr>
        <p:sp>
          <p:nvSpPr>
            <p:cNvPr id="25645" name="AutoShape 20">
              <a:extLst>
                <a:ext uri="{FF2B5EF4-FFF2-40B4-BE49-F238E27FC236}">
                  <a16:creationId xmlns:a16="http://schemas.microsoft.com/office/drawing/2014/main" xmlns="" id="{0EC1D989-F47A-296B-42AA-C7CA0032BD1D}"/>
                </a:ext>
              </a:extLst>
            </p:cNvPr>
            <p:cNvSpPr>
              <a:spLocks noChangeArrowheads="1"/>
            </p:cNvSpPr>
            <p:nvPr/>
          </p:nvSpPr>
          <p:spPr bwMode="auto">
            <a:xfrm>
              <a:off x="2897" y="3449"/>
              <a:ext cx="426"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506643548</a:t>
              </a:r>
            </a:p>
          </p:txBody>
        </p:sp>
        <p:pic>
          <p:nvPicPr>
            <p:cNvPr id="25646" name="Picture 21">
              <a:extLst>
                <a:ext uri="{FF2B5EF4-FFF2-40B4-BE49-F238E27FC236}">
                  <a16:creationId xmlns:a16="http://schemas.microsoft.com/office/drawing/2014/main" xmlns="" id="{89F6508A-6153-D1EB-3C11-DC64E8D29AC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r="35909" b="42468"/>
            <a:stretch>
              <a:fillRect/>
            </a:stretch>
          </p:blipFill>
          <p:spPr bwMode="auto">
            <a:xfrm>
              <a:off x="2945" y="3524"/>
              <a:ext cx="25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5621" name="Group 22">
            <a:extLst>
              <a:ext uri="{FF2B5EF4-FFF2-40B4-BE49-F238E27FC236}">
                <a16:creationId xmlns:a16="http://schemas.microsoft.com/office/drawing/2014/main" xmlns="" id="{D855E091-DD0C-DB69-EBBE-637346753ABE}"/>
              </a:ext>
            </a:extLst>
          </p:cNvPr>
          <p:cNvGrpSpPr>
            <a:grpSpLocks/>
          </p:cNvGrpSpPr>
          <p:nvPr/>
        </p:nvGrpSpPr>
        <p:grpSpPr bwMode="auto">
          <a:xfrm>
            <a:off x="2822575" y="5449888"/>
            <a:ext cx="674688" cy="568325"/>
            <a:chOff x="1778" y="3433"/>
            <a:chExt cx="425" cy="358"/>
          </a:xfrm>
        </p:grpSpPr>
        <p:sp>
          <p:nvSpPr>
            <p:cNvPr id="25643" name="AutoShape 23">
              <a:extLst>
                <a:ext uri="{FF2B5EF4-FFF2-40B4-BE49-F238E27FC236}">
                  <a16:creationId xmlns:a16="http://schemas.microsoft.com/office/drawing/2014/main" xmlns="" id="{25535844-3226-C5AF-3F1B-8AF5E23BD0EA}"/>
                </a:ext>
              </a:extLst>
            </p:cNvPr>
            <p:cNvSpPr>
              <a:spLocks noChangeArrowheads="1"/>
            </p:cNvSpPr>
            <p:nvPr/>
          </p:nvSpPr>
          <p:spPr bwMode="auto">
            <a:xfrm>
              <a:off x="1778" y="3433"/>
              <a:ext cx="426"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233667136</a:t>
              </a:r>
            </a:p>
          </p:txBody>
        </p:sp>
        <p:pic>
          <p:nvPicPr>
            <p:cNvPr id="25644" name="Picture 24">
              <a:extLst>
                <a:ext uri="{FF2B5EF4-FFF2-40B4-BE49-F238E27FC236}">
                  <a16:creationId xmlns:a16="http://schemas.microsoft.com/office/drawing/2014/main" xmlns="" id="{F3AFAFDE-3356-3673-D619-20031733C98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5622" name="Group 25">
            <a:extLst>
              <a:ext uri="{FF2B5EF4-FFF2-40B4-BE49-F238E27FC236}">
                <a16:creationId xmlns:a16="http://schemas.microsoft.com/office/drawing/2014/main" xmlns="" id="{5F513E7F-0DC5-CBC6-846C-670651192831}"/>
              </a:ext>
            </a:extLst>
          </p:cNvPr>
          <p:cNvGrpSpPr>
            <a:grpSpLocks/>
          </p:cNvGrpSpPr>
          <p:nvPr/>
        </p:nvGrpSpPr>
        <p:grpSpPr bwMode="auto">
          <a:xfrm>
            <a:off x="1906588" y="5445125"/>
            <a:ext cx="620712" cy="576263"/>
            <a:chOff x="1201" y="3430"/>
            <a:chExt cx="391" cy="363"/>
          </a:xfrm>
        </p:grpSpPr>
        <p:sp>
          <p:nvSpPr>
            <p:cNvPr id="25641" name="AutoShape 26">
              <a:extLst>
                <a:ext uri="{FF2B5EF4-FFF2-40B4-BE49-F238E27FC236}">
                  <a16:creationId xmlns:a16="http://schemas.microsoft.com/office/drawing/2014/main" xmlns="" id="{68771C81-ACA8-E30A-2C9B-BB286348D5FE}"/>
                </a:ext>
              </a:extLst>
            </p:cNvPr>
            <p:cNvSpPr>
              <a:spLocks noChangeArrowheads="1"/>
            </p:cNvSpPr>
            <p:nvPr/>
          </p:nvSpPr>
          <p:spPr bwMode="auto">
            <a:xfrm>
              <a:off x="1201" y="3430"/>
              <a:ext cx="392"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281942902</a:t>
              </a:r>
            </a:p>
          </p:txBody>
        </p:sp>
        <p:pic>
          <p:nvPicPr>
            <p:cNvPr id="25642" name="Picture 27">
              <a:extLst>
                <a:ext uri="{FF2B5EF4-FFF2-40B4-BE49-F238E27FC236}">
                  <a16:creationId xmlns:a16="http://schemas.microsoft.com/office/drawing/2014/main" xmlns="" id="{0E7DB514-2E28-91FE-A737-A477CBCEE0A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5623" name="Group 28">
            <a:extLst>
              <a:ext uri="{FF2B5EF4-FFF2-40B4-BE49-F238E27FC236}">
                <a16:creationId xmlns:a16="http://schemas.microsoft.com/office/drawing/2014/main" xmlns="" id="{8C1AADBC-ED27-B53F-A3BD-CDE37668F786}"/>
              </a:ext>
            </a:extLst>
          </p:cNvPr>
          <p:cNvGrpSpPr>
            <a:grpSpLocks/>
          </p:cNvGrpSpPr>
          <p:nvPr/>
        </p:nvGrpSpPr>
        <p:grpSpPr bwMode="auto">
          <a:xfrm>
            <a:off x="7764463" y="5480050"/>
            <a:ext cx="725487" cy="506413"/>
            <a:chOff x="4891" y="3452"/>
            <a:chExt cx="457" cy="319"/>
          </a:xfrm>
        </p:grpSpPr>
        <p:sp>
          <p:nvSpPr>
            <p:cNvPr id="25639" name="AutoShape 29">
              <a:extLst>
                <a:ext uri="{FF2B5EF4-FFF2-40B4-BE49-F238E27FC236}">
                  <a16:creationId xmlns:a16="http://schemas.microsoft.com/office/drawing/2014/main" xmlns="" id="{B691FDEE-5AD5-D583-979B-9E6A6F67D80E}"/>
                </a:ext>
              </a:extLst>
            </p:cNvPr>
            <p:cNvSpPr>
              <a:spLocks noChangeArrowheads="1"/>
            </p:cNvSpPr>
            <p:nvPr/>
          </p:nvSpPr>
          <p:spPr bwMode="auto">
            <a:xfrm>
              <a:off x="4928" y="3452"/>
              <a:ext cx="392"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155778322</a:t>
              </a:r>
            </a:p>
          </p:txBody>
        </p:sp>
        <p:pic>
          <p:nvPicPr>
            <p:cNvPr id="25640" name="Picture 30">
              <a:extLst>
                <a:ext uri="{FF2B5EF4-FFF2-40B4-BE49-F238E27FC236}">
                  <a16:creationId xmlns:a16="http://schemas.microsoft.com/office/drawing/2014/main" xmlns="" id="{7884DCF5-EDEE-D61C-26C7-2F8A929312A7}"/>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b="53267"/>
            <a:stretch>
              <a:fillRect/>
            </a:stretch>
          </p:blipFill>
          <p:spPr bwMode="auto">
            <a:xfrm>
              <a:off x="4891" y="3500"/>
              <a:ext cx="458"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5624" name="Group 31">
            <a:extLst>
              <a:ext uri="{FF2B5EF4-FFF2-40B4-BE49-F238E27FC236}">
                <a16:creationId xmlns:a16="http://schemas.microsoft.com/office/drawing/2014/main" xmlns="" id="{5DD21EA0-A416-C32E-236D-0E484261D1BE}"/>
              </a:ext>
            </a:extLst>
          </p:cNvPr>
          <p:cNvGrpSpPr>
            <a:grpSpLocks/>
          </p:cNvGrpSpPr>
          <p:nvPr/>
        </p:nvGrpSpPr>
        <p:grpSpPr bwMode="auto">
          <a:xfrm>
            <a:off x="6596063" y="4014788"/>
            <a:ext cx="1309687" cy="2830512"/>
            <a:chOff x="4155" y="2529"/>
            <a:chExt cx="825" cy="1783"/>
          </a:xfrm>
        </p:grpSpPr>
        <p:sp>
          <p:nvSpPr>
            <p:cNvPr id="25637" name="Freeform 32">
              <a:extLst>
                <a:ext uri="{FF2B5EF4-FFF2-40B4-BE49-F238E27FC236}">
                  <a16:creationId xmlns:a16="http://schemas.microsoft.com/office/drawing/2014/main" xmlns="" id="{8CE07502-8975-BA0B-D7B7-24E617853CF1}"/>
                </a:ext>
              </a:extLst>
            </p:cNvPr>
            <p:cNvSpPr>
              <a:spLocks noChangeArrowheads="1"/>
            </p:cNvSpPr>
            <p:nvPr/>
          </p:nvSpPr>
          <p:spPr bwMode="auto">
            <a:xfrm>
              <a:off x="4155" y="2529"/>
              <a:ext cx="826" cy="1784"/>
            </a:xfrm>
            <a:custGeom>
              <a:avLst/>
              <a:gdLst>
                <a:gd name="T0" fmla="*/ 0 w 3644"/>
                <a:gd name="T1" fmla="*/ 0 h 7868"/>
                <a:gd name="T2" fmla="*/ 0 w 3644"/>
                <a:gd name="T3" fmla="*/ 0 h 7868"/>
                <a:gd name="T4" fmla="*/ 0 w 3644"/>
                <a:gd name="T5" fmla="*/ 0 h 7868"/>
                <a:gd name="T6" fmla="*/ 0 w 3644"/>
                <a:gd name="T7" fmla="*/ 0 h 7868"/>
                <a:gd name="T8" fmla="*/ 0 w 3644"/>
                <a:gd name="T9" fmla="*/ 0 h 7868"/>
                <a:gd name="T10" fmla="*/ 0 w 3644"/>
                <a:gd name="T11" fmla="*/ 0 h 7868"/>
                <a:gd name="T12" fmla="*/ 0 w 3644"/>
                <a:gd name="T13" fmla="*/ 0 h 7868"/>
                <a:gd name="T14" fmla="*/ 0 60000 65536"/>
                <a:gd name="T15" fmla="*/ 0 60000 65536"/>
                <a:gd name="T16" fmla="*/ 0 60000 65536"/>
                <a:gd name="T17" fmla="*/ 0 60000 65536"/>
                <a:gd name="T18" fmla="*/ 0 60000 65536"/>
                <a:gd name="T19" fmla="*/ 0 60000 65536"/>
                <a:gd name="T20" fmla="*/ 0 60000 65536"/>
                <a:gd name="T21" fmla="*/ 0 w 3644"/>
                <a:gd name="T22" fmla="*/ 0 h 7868"/>
                <a:gd name="T23" fmla="*/ 3644 w 3644"/>
                <a:gd name="T24" fmla="*/ 7868 h 78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 h="7868">
                  <a:moveTo>
                    <a:pt x="1475" y="0"/>
                  </a:moveTo>
                  <a:lnTo>
                    <a:pt x="0" y="4213"/>
                  </a:lnTo>
                  <a:lnTo>
                    <a:pt x="445" y="4920"/>
                  </a:lnTo>
                  <a:lnTo>
                    <a:pt x="189" y="5414"/>
                  </a:lnTo>
                  <a:lnTo>
                    <a:pt x="1068" y="7867"/>
                  </a:lnTo>
                  <a:lnTo>
                    <a:pt x="3643" y="5149"/>
                  </a:lnTo>
                  <a:lnTo>
                    <a:pt x="147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38" name="AutoShape 33">
              <a:extLst>
                <a:ext uri="{FF2B5EF4-FFF2-40B4-BE49-F238E27FC236}">
                  <a16:creationId xmlns:a16="http://schemas.microsoft.com/office/drawing/2014/main" xmlns="" id="{FBA8550E-1CB4-8316-3322-A7BF2B559571}"/>
                </a:ext>
              </a:extLst>
            </p:cNvPr>
            <p:cNvSpPr>
              <a:spLocks noChangeArrowheads="1"/>
            </p:cNvSpPr>
            <p:nvPr/>
          </p:nvSpPr>
          <p:spPr bwMode="auto">
            <a:xfrm>
              <a:off x="4353" y="3461"/>
              <a:ext cx="383" cy="288"/>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 .</a:t>
              </a:r>
            </a:p>
          </p:txBody>
        </p:sp>
      </p:grpSp>
      <p:grpSp>
        <p:nvGrpSpPr>
          <p:cNvPr id="25625" name="Group 34">
            <a:extLst>
              <a:ext uri="{FF2B5EF4-FFF2-40B4-BE49-F238E27FC236}">
                <a16:creationId xmlns:a16="http://schemas.microsoft.com/office/drawing/2014/main" xmlns="" id="{D264F2A2-9E8A-16D8-E9EE-48B45B42CEE0}"/>
              </a:ext>
            </a:extLst>
          </p:cNvPr>
          <p:cNvGrpSpPr>
            <a:grpSpLocks/>
          </p:cNvGrpSpPr>
          <p:nvPr/>
        </p:nvGrpSpPr>
        <p:grpSpPr bwMode="auto">
          <a:xfrm>
            <a:off x="3713163" y="5465763"/>
            <a:ext cx="620712" cy="557212"/>
            <a:chOff x="2339" y="3443"/>
            <a:chExt cx="391" cy="351"/>
          </a:xfrm>
        </p:grpSpPr>
        <p:pic>
          <p:nvPicPr>
            <p:cNvPr id="25635" name="Picture 35">
              <a:extLst>
                <a:ext uri="{FF2B5EF4-FFF2-40B4-BE49-F238E27FC236}">
                  <a16:creationId xmlns:a16="http://schemas.microsoft.com/office/drawing/2014/main" xmlns="" id="{1F150A78-B6C8-1940-59B0-0FF59CE364C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l="51314" b="42641"/>
            <a:stretch>
              <a:fillRect/>
            </a:stretch>
          </p:blipFill>
          <p:spPr bwMode="auto">
            <a:xfrm>
              <a:off x="2369" y="3495"/>
              <a:ext cx="334"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36" name="AutoShape 36">
              <a:extLst>
                <a:ext uri="{FF2B5EF4-FFF2-40B4-BE49-F238E27FC236}">
                  <a16:creationId xmlns:a16="http://schemas.microsoft.com/office/drawing/2014/main" xmlns="" id="{DD3F484B-DCC8-46F1-A246-F781F996CD0F}"/>
                </a:ext>
              </a:extLst>
            </p:cNvPr>
            <p:cNvSpPr>
              <a:spLocks noChangeArrowheads="1"/>
            </p:cNvSpPr>
            <p:nvPr/>
          </p:nvSpPr>
          <p:spPr bwMode="auto">
            <a:xfrm>
              <a:off x="2339" y="3443"/>
              <a:ext cx="392"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580625685</a:t>
              </a:r>
            </a:p>
          </p:txBody>
        </p:sp>
      </p:grpSp>
      <p:sp>
        <p:nvSpPr>
          <p:cNvPr id="25626" name="AutoShape 37">
            <a:extLst>
              <a:ext uri="{FF2B5EF4-FFF2-40B4-BE49-F238E27FC236}">
                <a16:creationId xmlns:a16="http://schemas.microsoft.com/office/drawing/2014/main" xmlns="" id="{8C25B3CF-23F7-8622-77D3-8F360B5D4276}"/>
              </a:ext>
            </a:extLst>
          </p:cNvPr>
          <p:cNvSpPr>
            <a:spLocks noChangeArrowheads="1"/>
          </p:cNvSpPr>
          <p:nvPr/>
        </p:nvSpPr>
        <p:spPr bwMode="auto">
          <a:xfrm>
            <a:off x="6029325" y="912813"/>
            <a:ext cx="2589213" cy="2474912"/>
          </a:xfrm>
          <a:prstGeom prst="roundRect">
            <a:avLst>
              <a:gd name="adj" fmla="val 60"/>
            </a:avLst>
          </a:prstGeom>
          <a:solidFill>
            <a:srgbClr val="808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pic>
        <p:nvPicPr>
          <p:cNvPr id="25627" name="Picture 38">
            <a:extLst>
              <a:ext uri="{FF2B5EF4-FFF2-40B4-BE49-F238E27FC236}">
                <a16:creationId xmlns:a16="http://schemas.microsoft.com/office/drawing/2014/main" xmlns="" id="{166F13B1-1C80-B11C-9C3D-41BF9F815DB7}"/>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375400" y="1558925"/>
            <a:ext cx="1873250"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28" name="Oval 39">
            <a:extLst>
              <a:ext uri="{FF2B5EF4-FFF2-40B4-BE49-F238E27FC236}">
                <a16:creationId xmlns:a16="http://schemas.microsoft.com/office/drawing/2014/main" xmlns="" id="{C9EB4882-3FAF-AEEC-43EB-A0C9CD56D41E}"/>
              </a:ext>
            </a:extLst>
          </p:cNvPr>
          <p:cNvSpPr>
            <a:spLocks noChangeArrowheads="1"/>
          </p:cNvSpPr>
          <p:nvPr/>
        </p:nvSpPr>
        <p:spPr bwMode="auto">
          <a:xfrm>
            <a:off x="6864350" y="895350"/>
            <a:ext cx="1874838" cy="858838"/>
          </a:xfrm>
          <a:prstGeom prst="ellipse">
            <a:avLst/>
          </a:prstGeom>
          <a:solidFill>
            <a:srgbClr val="000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25629" name="AutoShape 40">
            <a:extLst>
              <a:ext uri="{FF2B5EF4-FFF2-40B4-BE49-F238E27FC236}">
                <a16:creationId xmlns:a16="http://schemas.microsoft.com/office/drawing/2014/main" xmlns="" id="{628D5E2E-8FCB-D013-1038-6384779B8B0B}"/>
              </a:ext>
            </a:extLst>
          </p:cNvPr>
          <p:cNvSpPr>
            <a:spLocks noChangeArrowheads="1"/>
          </p:cNvSpPr>
          <p:nvPr/>
        </p:nvSpPr>
        <p:spPr bwMode="auto">
          <a:xfrm>
            <a:off x="6156325" y="1103313"/>
            <a:ext cx="2255838" cy="366712"/>
          </a:xfrm>
          <a:prstGeom prst="roundRect">
            <a:avLst>
              <a:gd name="adj" fmla="val 4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Number 701466868</a:t>
            </a:r>
          </a:p>
        </p:txBody>
      </p:sp>
      <p:pic>
        <p:nvPicPr>
          <p:cNvPr id="25630" name="Picture 41">
            <a:extLst>
              <a:ext uri="{FF2B5EF4-FFF2-40B4-BE49-F238E27FC236}">
                <a16:creationId xmlns:a16="http://schemas.microsoft.com/office/drawing/2014/main" xmlns="" id="{52E7670C-A372-3D9F-FFBE-FE0D17DBCD38}"/>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t="67757" r="46098"/>
          <a:stretch>
            <a:fillRect/>
          </a:stretch>
        </p:blipFill>
        <p:spPr bwMode="auto">
          <a:xfrm>
            <a:off x="3343275" y="5910263"/>
            <a:ext cx="1304925"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631" name="Group 42">
            <a:extLst>
              <a:ext uri="{FF2B5EF4-FFF2-40B4-BE49-F238E27FC236}">
                <a16:creationId xmlns:a16="http://schemas.microsoft.com/office/drawing/2014/main" xmlns="" id="{929F5DD3-7CEF-3C83-D837-F22BEFD14F3D}"/>
              </a:ext>
            </a:extLst>
          </p:cNvPr>
          <p:cNvGrpSpPr>
            <a:grpSpLocks/>
          </p:cNvGrpSpPr>
          <p:nvPr/>
        </p:nvGrpSpPr>
        <p:grpSpPr bwMode="auto">
          <a:xfrm>
            <a:off x="1806575" y="3108325"/>
            <a:ext cx="3976688" cy="1709738"/>
            <a:chOff x="107" y="2004"/>
            <a:chExt cx="2505" cy="1077"/>
          </a:xfrm>
        </p:grpSpPr>
        <p:sp>
          <p:nvSpPr>
            <p:cNvPr id="25633" name="AutoShape 43">
              <a:extLst>
                <a:ext uri="{FF2B5EF4-FFF2-40B4-BE49-F238E27FC236}">
                  <a16:creationId xmlns:a16="http://schemas.microsoft.com/office/drawing/2014/main" xmlns="" id="{5764D572-CAEA-0DC5-9FDF-3D5D4259A551}"/>
                </a:ext>
              </a:extLst>
            </p:cNvPr>
            <p:cNvSpPr>
              <a:spLocks noChangeArrowheads="1"/>
            </p:cNvSpPr>
            <p:nvPr/>
          </p:nvSpPr>
          <p:spPr bwMode="auto">
            <a:xfrm>
              <a:off x="107" y="2004"/>
              <a:ext cx="2506" cy="1078"/>
            </a:xfrm>
            <a:prstGeom prst="roundRect">
              <a:avLst>
                <a:gd name="adj" fmla="val 12523"/>
              </a:avLst>
            </a:prstGeom>
            <a:solidFill>
              <a:srgbClr val="8080FF"/>
            </a:solidFill>
            <a:ln w="12600">
              <a:solidFill>
                <a:srgbClr val="000000"/>
              </a:solidFill>
              <a:round/>
              <a:headEnd/>
              <a:tailEnd/>
            </a:ln>
            <a:effectLst>
              <a:outerShdw dist="107933" dir="2700000" algn="ctr" rotWithShape="0">
                <a:srgbClr val="000000">
                  <a:alpha val="50000"/>
                </a:srgbClr>
              </a:outerShdw>
            </a:effectLst>
          </p:spPr>
          <p:txBody>
            <a:bodyPr wrap="none"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eaLnBrk="1" hangingPunct="1"/>
              <a:endParaRPr lang="en-US" altLang="en-US"/>
            </a:p>
          </p:txBody>
        </p:sp>
        <p:sp>
          <p:nvSpPr>
            <p:cNvPr id="25634" name="AutoShape 44">
              <a:extLst>
                <a:ext uri="{FF2B5EF4-FFF2-40B4-BE49-F238E27FC236}">
                  <a16:creationId xmlns:a16="http://schemas.microsoft.com/office/drawing/2014/main" xmlns="" id="{C031DBDC-D36B-6759-0C3D-831E80B5E3EA}"/>
                </a:ext>
              </a:extLst>
            </p:cNvPr>
            <p:cNvSpPr>
              <a:spLocks noChangeArrowheads="1"/>
            </p:cNvSpPr>
            <p:nvPr/>
          </p:nvSpPr>
          <p:spPr bwMode="auto">
            <a:xfrm>
              <a:off x="152" y="2049"/>
              <a:ext cx="2416" cy="988"/>
            </a:xfrm>
            <a:prstGeom prst="roundRect">
              <a:avLst>
                <a:gd name="adj" fmla="val 9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nchorCtr="1"/>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5000"/>
                </a:lnSpc>
                <a:spcBef>
                  <a:spcPct val="0"/>
                </a:spcBef>
                <a:spcAft>
                  <a:spcPct val="0"/>
                </a:spcAft>
                <a:buClr>
                  <a:srgbClr val="E0E0E0"/>
                </a:buClr>
                <a:buFont typeface="Times New Roman" panose="02020603050405020304" pitchFamily="18" charset="0"/>
                <a:buNone/>
              </a:pPr>
              <a:r>
                <a:rPr lang="en-GB" altLang="en-US" sz="2800" b="1">
                  <a:latin typeface="Times New Roman" panose="02020603050405020304" pitchFamily="18" charset="0"/>
                </a:rPr>
                <a:t>When a collision occurs,</a:t>
              </a:r>
            </a:p>
            <a:p>
              <a:pPr algn="ctr" eaLnBrk="1" hangingPunct="1">
                <a:lnSpc>
                  <a:spcPct val="100000"/>
                </a:lnSpc>
                <a:spcBef>
                  <a:spcPct val="0"/>
                </a:spcBef>
                <a:spcAft>
                  <a:spcPct val="0"/>
                </a:spcAft>
                <a:buClr>
                  <a:srgbClr val="E0E0E0"/>
                </a:buClr>
                <a:buFont typeface="Times New Roman" panose="02020603050405020304" pitchFamily="18" charset="0"/>
                <a:buNone/>
              </a:pPr>
              <a:r>
                <a:rPr lang="en-GB" altLang="en-US" sz="2800" b="1">
                  <a:latin typeface="Times New Roman" panose="02020603050405020304" pitchFamily="18" charset="0"/>
                </a:rPr>
                <a:t>move forward until you</a:t>
              </a:r>
            </a:p>
            <a:p>
              <a:pPr algn="ctr" eaLnBrk="1" hangingPunct="1">
                <a:lnSpc>
                  <a:spcPct val="100000"/>
                </a:lnSpc>
                <a:spcBef>
                  <a:spcPct val="0"/>
                </a:spcBef>
                <a:spcAft>
                  <a:spcPct val="0"/>
                </a:spcAft>
                <a:buClr>
                  <a:srgbClr val="E0E0E0"/>
                </a:buClr>
                <a:buFont typeface="Times New Roman" panose="02020603050405020304" pitchFamily="18" charset="0"/>
                <a:buNone/>
              </a:pPr>
              <a:r>
                <a:rPr lang="en-GB" altLang="en-US" sz="2800" b="1">
                  <a:latin typeface="Times New Roman" panose="02020603050405020304" pitchFamily="18" charset="0"/>
                </a:rPr>
                <a:t>find an empty spot.</a:t>
              </a:r>
            </a:p>
          </p:txBody>
        </p:sp>
      </p:grpSp>
      <p:sp>
        <p:nvSpPr>
          <p:cNvPr id="25632" name="Line 45">
            <a:extLst>
              <a:ext uri="{FF2B5EF4-FFF2-40B4-BE49-F238E27FC236}">
                <a16:creationId xmlns:a16="http://schemas.microsoft.com/office/drawing/2014/main" xmlns="" id="{BD789647-B831-E50E-003C-C45B7DCBD95B}"/>
              </a:ext>
            </a:extLst>
          </p:cNvPr>
          <p:cNvSpPr>
            <a:spLocks noChangeShapeType="1"/>
          </p:cNvSpPr>
          <p:nvPr/>
        </p:nvSpPr>
        <p:spPr bwMode="auto">
          <a:xfrm flipH="1">
            <a:off x="4189413" y="2376488"/>
            <a:ext cx="1835150" cy="2449512"/>
          </a:xfrm>
          <a:prstGeom prst="line">
            <a:avLst/>
          </a:prstGeom>
          <a:noFill/>
          <a:ln w="50760">
            <a:solidFill>
              <a:srgbClr val="FF8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ransition>
    <p:strips dir="l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4">
            <a:extLst>
              <a:ext uri="{FF2B5EF4-FFF2-40B4-BE49-F238E27FC236}">
                <a16:creationId xmlns:a16="http://schemas.microsoft.com/office/drawing/2014/main" xmlns="" id="{5586DAA3-D1AD-DED6-E5C1-22C0C9B7C81A}"/>
              </a:ext>
            </a:extLst>
          </p:cNvPr>
          <p:cNvSpPr>
            <a:spLocks noGrp="1" noChangeArrowheads="1"/>
          </p:cNvSpPr>
          <p:nvPr>
            <p:ph type="title"/>
          </p:nvPr>
        </p:nvSpPr>
        <p:spPr/>
        <p:txBody>
          <a:bodyPr/>
          <a:lstStyle/>
          <a:p>
            <a:pPr eaLnBrk="1" hangingPunct="1"/>
            <a:r>
              <a:rPr lang="en-US" altLang="en-US"/>
              <a:t>Example</a:t>
            </a:r>
          </a:p>
        </p:txBody>
      </p:sp>
      <p:sp>
        <p:nvSpPr>
          <p:cNvPr id="28675" name="Rectangle 5">
            <a:extLst>
              <a:ext uri="{FF2B5EF4-FFF2-40B4-BE49-F238E27FC236}">
                <a16:creationId xmlns:a16="http://schemas.microsoft.com/office/drawing/2014/main" xmlns="" id="{DBDDB4B7-79A6-F0C7-764B-9687B96A2FBD}"/>
              </a:ext>
            </a:extLst>
          </p:cNvPr>
          <p:cNvSpPr>
            <a:spLocks noChangeArrowheads="1"/>
          </p:cNvSpPr>
          <p:nvPr/>
        </p:nvSpPr>
        <p:spPr bwMode="auto">
          <a:xfrm>
            <a:off x="3800475" y="2316163"/>
            <a:ext cx="1222375" cy="1852612"/>
          </a:xfrm>
          <a:prstGeom prst="rect">
            <a:avLst/>
          </a:prstGeom>
          <a:solidFill>
            <a:srgbClr val="EAEAEA"/>
          </a:solidFill>
          <a:ln w="12700" algn="ctr">
            <a:solidFill>
              <a:schemeClr val="tx1"/>
            </a:solidFill>
            <a:miter lim="800000"/>
            <a:headEnd/>
            <a:tailEnd/>
          </a:ln>
        </p:spPr>
        <p:txBody>
          <a:bodyPr wrap="none" lIns="90000" tIns="46800" rIns="90000" bIns="46800"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FontTx/>
              <a:buNone/>
            </a:pPr>
            <a:r>
              <a:rPr lang="en-US" altLang="en-US" sz="1800" b="1">
                <a:solidFill>
                  <a:schemeClr val="bg2"/>
                </a:solidFill>
              </a:rPr>
              <a:t>H(X) = </a:t>
            </a:r>
          </a:p>
          <a:p>
            <a:pPr algn="ctr" eaLnBrk="1" hangingPunct="1">
              <a:lnSpc>
                <a:spcPct val="100000"/>
              </a:lnSpc>
              <a:spcBef>
                <a:spcPct val="0"/>
              </a:spcBef>
              <a:spcAft>
                <a:spcPct val="0"/>
              </a:spcAft>
              <a:buClrTx/>
              <a:buFontTx/>
              <a:buNone/>
            </a:pPr>
            <a:r>
              <a:rPr lang="en-US" altLang="en-US" sz="1800" b="1">
                <a:solidFill>
                  <a:schemeClr val="bg2"/>
                </a:solidFill>
              </a:rPr>
              <a:t>xmod 10</a:t>
            </a:r>
          </a:p>
        </p:txBody>
      </p:sp>
      <p:sp>
        <p:nvSpPr>
          <p:cNvPr id="28676" name="Line 16">
            <a:extLst>
              <a:ext uri="{FF2B5EF4-FFF2-40B4-BE49-F238E27FC236}">
                <a16:creationId xmlns:a16="http://schemas.microsoft.com/office/drawing/2014/main" xmlns="" id="{1E602ED6-F99A-F20F-1F12-760808B0DBD7}"/>
              </a:ext>
            </a:extLst>
          </p:cNvPr>
          <p:cNvSpPr>
            <a:spLocks noChangeShapeType="1"/>
          </p:cNvSpPr>
          <p:nvPr/>
        </p:nvSpPr>
        <p:spPr bwMode="auto">
          <a:xfrm>
            <a:off x="5076825" y="3357563"/>
            <a:ext cx="719138"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en-US"/>
          </a:p>
        </p:txBody>
      </p:sp>
      <p:sp>
        <p:nvSpPr>
          <p:cNvPr id="28677" name="Line 17">
            <a:extLst>
              <a:ext uri="{FF2B5EF4-FFF2-40B4-BE49-F238E27FC236}">
                <a16:creationId xmlns:a16="http://schemas.microsoft.com/office/drawing/2014/main" xmlns="" id="{A44C4C5F-89D9-A89E-F4F0-92BEEE32A4C3}"/>
              </a:ext>
            </a:extLst>
          </p:cNvPr>
          <p:cNvSpPr>
            <a:spLocks noChangeShapeType="1"/>
          </p:cNvSpPr>
          <p:nvPr/>
        </p:nvSpPr>
        <p:spPr bwMode="auto">
          <a:xfrm>
            <a:off x="2419350" y="3392488"/>
            <a:ext cx="792163"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en-US"/>
          </a:p>
        </p:txBody>
      </p:sp>
      <p:sp>
        <p:nvSpPr>
          <p:cNvPr id="28678" name="Rectangle 18">
            <a:extLst>
              <a:ext uri="{FF2B5EF4-FFF2-40B4-BE49-F238E27FC236}">
                <a16:creationId xmlns:a16="http://schemas.microsoft.com/office/drawing/2014/main" xmlns="" id="{6E5F1C4C-7826-026D-00E6-6C61AEC812A4}"/>
              </a:ext>
            </a:extLst>
          </p:cNvPr>
          <p:cNvSpPr>
            <a:spLocks noChangeArrowheads="1"/>
          </p:cNvSpPr>
          <p:nvPr/>
        </p:nvSpPr>
        <p:spPr bwMode="auto">
          <a:xfrm>
            <a:off x="755650" y="3860800"/>
            <a:ext cx="22336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prstDash val="dash"/>
                <a:miter lim="800000"/>
                <a:headEnd/>
                <a:tailEnd/>
              </a14:hiddenLine>
            </a:ext>
          </a:extLst>
        </p:spPr>
        <p:txBody>
          <a:bodyPr wrap="none" lIns="90000" tIns="46800" rIns="90000" bIns="46800"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FontTx/>
              <a:buNone/>
            </a:pPr>
            <a:r>
              <a:rPr lang="en-US" altLang="en-US" sz="1800" b="1"/>
              <a:t>58</a:t>
            </a:r>
            <a:endParaRPr lang="en-US" altLang="en-US" sz="1800"/>
          </a:p>
        </p:txBody>
      </p:sp>
      <p:sp>
        <p:nvSpPr>
          <p:cNvPr id="28679" name="Rectangle 19">
            <a:extLst>
              <a:ext uri="{FF2B5EF4-FFF2-40B4-BE49-F238E27FC236}">
                <a16:creationId xmlns:a16="http://schemas.microsoft.com/office/drawing/2014/main" xmlns="" id="{CBCE9AEC-75CB-8F73-0276-694B74CCEDCC}"/>
              </a:ext>
            </a:extLst>
          </p:cNvPr>
          <p:cNvSpPr>
            <a:spLocks noChangeArrowheads="1"/>
          </p:cNvSpPr>
          <p:nvPr/>
        </p:nvSpPr>
        <p:spPr bwMode="auto">
          <a:xfrm>
            <a:off x="755650" y="3429000"/>
            <a:ext cx="22336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prstDash val="dash"/>
                <a:miter lim="800000"/>
                <a:headEnd/>
                <a:tailEnd/>
              </a14:hiddenLine>
            </a:ext>
          </a:extLst>
        </p:spPr>
        <p:txBody>
          <a:bodyPr wrap="none" lIns="90000" tIns="46800" rIns="90000" bIns="46800"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FontTx/>
              <a:buNone/>
            </a:pPr>
            <a:r>
              <a:rPr lang="en-US" altLang="en-US" sz="1800" b="1"/>
              <a:t>49</a:t>
            </a:r>
            <a:endParaRPr lang="en-US" altLang="en-US" sz="1800"/>
          </a:p>
        </p:txBody>
      </p:sp>
      <p:sp>
        <p:nvSpPr>
          <p:cNvPr id="28680" name="Rectangle 20">
            <a:extLst>
              <a:ext uri="{FF2B5EF4-FFF2-40B4-BE49-F238E27FC236}">
                <a16:creationId xmlns:a16="http://schemas.microsoft.com/office/drawing/2014/main" xmlns="" id="{0BB7F0E5-78B2-39ED-75CD-F56413469F9E}"/>
              </a:ext>
            </a:extLst>
          </p:cNvPr>
          <p:cNvSpPr>
            <a:spLocks noChangeArrowheads="1"/>
          </p:cNvSpPr>
          <p:nvPr/>
        </p:nvSpPr>
        <p:spPr bwMode="auto">
          <a:xfrm>
            <a:off x="755650" y="2997200"/>
            <a:ext cx="22336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prstDash val="dash"/>
                <a:miter lim="800000"/>
                <a:headEnd/>
                <a:tailEnd/>
              </a14:hiddenLine>
            </a:ext>
          </a:extLst>
        </p:spPr>
        <p:txBody>
          <a:bodyPr wrap="none" lIns="90000" tIns="46800" rIns="90000" bIns="46800"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FontTx/>
              <a:buNone/>
            </a:pPr>
            <a:r>
              <a:rPr lang="en-US" altLang="en-US" sz="1800" b="1"/>
              <a:t>18</a:t>
            </a:r>
            <a:endParaRPr lang="en-US" altLang="en-US" sz="1800"/>
          </a:p>
        </p:txBody>
      </p:sp>
      <p:sp>
        <p:nvSpPr>
          <p:cNvPr id="28681" name="Rectangle 21">
            <a:extLst>
              <a:ext uri="{FF2B5EF4-FFF2-40B4-BE49-F238E27FC236}">
                <a16:creationId xmlns:a16="http://schemas.microsoft.com/office/drawing/2014/main" xmlns="" id="{2BA3B62B-626C-DEF3-2738-2DA276C801D0}"/>
              </a:ext>
            </a:extLst>
          </p:cNvPr>
          <p:cNvSpPr>
            <a:spLocks noChangeArrowheads="1"/>
          </p:cNvSpPr>
          <p:nvPr/>
        </p:nvSpPr>
        <p:spPr bwMode="auto">
          <a:xfrm>
            <a:off x="755650" y="2565400"/>
            <a:ext cx="22336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prstDash val="dash"/>
                <a:miter lim="800000"/>
                <a:headEnd/>
                <a:tailEnd/>
              </a14:hiddenLine>
            </a:ext>
          </a:extLst>
        </p:spPr>
        <p:txBody>
          <a:bodyPr wrap="none" lIns="90000" tIns="46800" rIns="90000" bIns="46800"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FontTx/>
              <a:buNone/>
            </a:pPr>
            <a:r>
              <a:rPr lang="en-US" altLang="en-US" sz="1800" b="1"/>
              <a:t>89</a:t>
            </a:r>
            <a:endParaRPr lang="en-US" altLang="en-US" sz="1800"/>
          </a:p>
        </p:txBody>
      </p:sp>
      <p:sp>
        <p:nvSpPr>
          <p:cNvPr id="28682" name="Text Box 22">
            <a:extLst>
              <a:ext uri="{FF2B5EF4-FFF2-40B4-BE49-F238E27FC236}">
                <a16:creationId xmlns:a16="http://schemas.microsoft.com/office/drawing/2014/main" xmlns="" id="{9AB1E0E0-3530-7EB3-6776-A165D74A7B7E}"/>
              </a:ext>
            </a:extLst>
          </p:cNvPr>
          <p:cNvSpPr txBox="1">
            <a:spLocks noChangeArrowheads="1"/>
          </p:cNvSpPr>
          <p:nvPr/>
        </p:nvSpPr>
        <p:spPr bwMode="auto">
          <a:xfrm>
            <a:off x="1457325" y="2205038"/>
            <a:ext cx="7778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b="1"/>
              <a:t>Items</a:t>
            </a:r>
          </a:p>
        </p:txBody>
      </p:sp>
      <p:sp>
        <p:nvSpPr>
          <p:cNvPr id="28683" name="Text Box 23">
            <a:extLst>
              <a:ext uri="{FF2B5EF4-FFF2-40B4-BE49-F238E27FC236}">
                <a16:creationId xmlns:a16="http://schemas.microsoft.com/office/drawing/2014/main" xmlns="" id="{EDCB7C41-52AD-C7A3-2210-D8805E26026F}"/>
              </a:ext>
            </a:extLst>
          </p:cNvPr>
          <p:cNvSpPr txBox="1">
            <a:spLocks noChangeArrowheads="1"/>
          </p:cNvSpPr>
          <p:nvPr/>
        </p:nvSpPr>
        <p:spPr bwMode="auto">
          <a:xfrm>
            <a:off x="7019925" y="987425"/>
            <a:ext cx="8032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b="1"/>
              <a:t>Hash </a:t>
            </a:r>
          </a:p>
          <a:p>
            <a:pPr eaLnBrk="1" hangingPunct="1">
              <a:lnSpc>
                <a:spcPct val="100000"/>
              </a:lnSpc>
              <a:spcBef>
                <a:spcPct val="0"/>
              </a:spcBef>
              <a:spcAft>
                <a:spcPct val="0"/>
              </a:spcAft>
              <a:buClrTx/>
              <a:buFontTx/>
              <a:buNone/>
            </a:pPr>
            <a:r>
              <a:rPr lang="en-US" altLang="en-US" sz="1800" b="1"/>
              <a:t>Table</a:t>
            </a:r>
          </a:p>
        </p:txBody>
      </p:sp>
      <p:sp>
        <p:nvSpPr>
          <p:cNvPr id="28684" name="Text Box 24">
            <a:extLst>
              <a:ext uri="{FF2B5EF4-FFF2-40B4-BE49-F238E27FC236}">
                <a16:creationId xmlns:a16="http://schemas.microsoft.com/office/drawing/2014/main" xmlns="" id="{6CA538C0-BE6B-2780-B01E-5B223887DC91}"/>
              </a:ext>
            </a:extLst>
          </p:cNvPr>
          <p:cNvSpPr txBox="1">
            <a:spLocks noChangeArrowheads="1"/>
          </p:cNvSpPr>
          <p:nvPr/>
        </p:nvSpPr>
        <p:spPr bwMode="auto">
          <a:xfrm>
            <a:off x="5508625" y="1981200"/>
            <a:ext cx="5365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a:t>key</a:t>
            </a:r>
          </a:p>
        </p:txBody>
      </p:sp>
      <p:sp>
        <p:nvSpPr>
          <p:cNvPr id="28685" name="Rectangle 36">
            <a:extLst>
              <a:ext uri="{FF2B5EF4-FFF2-40B4-BE49-F238E27FC236}">
                <a16:creationId xmlns:a16="http://schemas.microsoft.com/office/drawing/2014/main" xmlns="" id="{F3F8824E-1AC3-8365-FDC4-79764169ABAF}"/>
              </a:ext>
            </a:extLst>
          </p:cNvPr>
          <p:cNvSpPr>
            <a:spLocks noChangeArrowheads="1"/>
          </p:cNvSpPr>
          <p:nvPr/>
        </p:nvSpPr>
        <p:spPr bwMode="auto">
          <a:xfrm>
            <a:off x="6299200" y="4868863"/>
            <a:ext cx="2233613" cy="360362"/>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eaLnBrk="1" hangingPunct="1"/>
            <a:r>
              <a:rPr lang="en-US" altLang="en-US">
                <a:solidFill>
                  <a:schemeClr val="bg2"/>
                </a:solidFill>
              </a:rPr>
              <a:t>89</a:t>
            </a:r>
            <a:endParaRPr lang="tr-TR" altLang="en-US">
              <a:solidFill>
                <a:schemeClr val="bg2"/>
              </a:solidFill>
            </a:endParaRPr>
          </a:p>
        </p:txBody>
      </p:sp>
      <p:sp>
        <p:nvSpPr>
          <p:cNvPr id="28686" name="Rectangle 37">
            <a:extLst>
              <a:ext uri="{FF2B5EF4-FFF2-40B4-BE49-F238E27FC236}">
                <a16:creationId xmlns:a16="http://schemas.microsoft.com/office/drawing/2014/main" xmlns="" id="{E171DCE8-7FF2-01A4-393B-6C31A19658A8}"/>
              </a:ext>
            </a:extLst>
          </p:cNvPr>
          <p:cNvSpPr>
            <a:spLocks noChangeArrowheads="1"/>
          </p:cNvSpPr>
          <p:nvPr/>
        </p:nvSpPr>
        <p:spPr bwMode="auto">
          <a:xfrm>
            <a:off x="6299200" y="4508500"/>
            <a:ext cx="2233613" cy="360363"/>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eaLnBrk="1" hangingPunct="1"/>
            <a:r>
              <a:rPr lang="en-US" altLang="en-US">
                <a:solidFill>
                  <a:schemeClr val="bg2"/>
                </a:solidFill>
              </a:rPr>
              <a:t>18</a:t>
            </a:r>
            <a:endParaRPr lang="tr-TR" altLang="en-US">
              <a:solidFill>
                <a:schemeClr val="bg2"/>
              </a:solidFill>
            </a:endParaRPr>
          </a:p>
        </p:txBody>
      </p:sp>
      <p:sp>
        <p:nvSpPr>
          <p:cNvPr id="28687" name="Text Box 38">
            <a:extLst>
              <a:ext uri="{FF2B5EF4-FFF2-40B4-BE49-F238E27FC236}">
                <a16:creationId xmlns:a16="http://schemas.microsoft.com/office/drawing/2014/main" xmlns="" id="{C7271683-9900-4860-A586-133211123260}"/>
              </a:ext>
            </a:extLst>
          </p:cNvPr>
          <p:cNvSpPr txBox="1">
            <a:spLocks noChangeArrowheads="1"/>
          </p:cNvSpPr>
          <p:nvPr/>
        </p:nvSpPr>
        <p:spPr bwMode="auto">
          <a:xfrm>
            <a:off x="6011863" y="1628775"/>
            <a:ext cx="3079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a:t>0</a:t>
            </a:r>
          </a:p>
        </p:txBody>
      </p:sp>
      <p:sp>
        <p:nvSpPr>
          <p:cNvPr id="28688" name="Text Box 39">
            <a:extLst>
              <a:ext uri="{FF2B5EF4-FFF2-40B4-BE49-F238E27FC236}">
                <a16:creationId xmlns:a16="http://schemas.microsoft.com/office/drawing/2014/main" xmlns="" id="{80304B7F-5810-7F47-6B12-703B9B8D05F2}"/>
              </a:ext>
            </a:extLst>
          </p:cNvPr>
          <p:cNvSpPr txBox="1">
            <a:spLocks noChangeArrowheads="1"/>
          </p:cNvSpPr>
          <p:nvPr/>
        </p:nvSpPr>
        <p:spPr bwMode="auto">
          <a:xfrm>
            <a:off x="6011863" y="1982788"/>
            <a:ext cx="3079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a:t>1</a:t>
            </a:r>
          </a:p>
        </p:txBody>
      </p:sp>
      <p:sp>
        <p:nvSpPr>
          <p:cNvPr id="28689" name="Text Box 40">
            <a:extLst>
              <a:ext uri="{FF2B5EF4-FFF2-40B4-BE49-F238E27FC236}">
                <a16:creationId xmlns:a16="http://schemas.microsoft.com/office/drawing/2014/main" xmlns="" id="{83BA6276-060B-F902-7B35-A805EBB4AEED}"/>
              </a:ext>
            </a:extLst>
          </p:cNvPr>
          <p:cNvSpPr txBox="1">
            <a:spLocks noChangeArrowheads="1"/>
          </p:cNvSpPr>
          <p:nvPr/>
        </p:nvSpPr>
        <p:spPr bwMode="auto">
          <a:xfrm>
            <a:off x="6011863" y="2341563"/>
            <a:ext cx="3079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a:t>2</a:t>
            </a:r>
          </a:p>
        </p:txBody>
      </p:sp>
      <p:sp>
        <p:nvSpPr>
          <p:cNvPr id="28690" name="Text Box 41">
            <a:extLst>
              <a:ext uri="{FF2B5EF4-FFF2-40B4-BE49-F238E27FC236}">
                <a16:creationId xmlns:a16="http://schemas.microsoft.com/office/drawing/2014/main" xmlns="" id="{D313E344-2082-C2AC-E98A-AFD254A9C423}"/>
              </a:ext>
            </a:extLst>
          </p:cNvPr>
          <p:cNvSpPr txBox="1">
            <a:spLocks noChangeArrowheads="1"/>
          </p:cNvSpPr>
          <p:nvPr/>
        </p:nvSpPr>
        <p:spPr bwMode="auto">
          <a:xfrm>
            <a:off x="6011863" y="2701925"/>
            <a:ext cx="3079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a:t>3</a:t>
            </a:r>
          </a:p>
        </p:txBody>
      </p:sp>
      <p:sp>
        <p:nvSpPr>
          <p:cNvPr id="28691" name="Text Box 42">
            <a:extLst>
              <a:ext uri="{FF2B5EF4-FFF2-40B4-BE49-F238E27FC236}">
                <a16:creationId xmlns:a16="http://schemas.microsoft.com/office/drawing/2014/main" xmlns="" id="{6E28BBDE-DC57-8A90-A688-26BC1CF20843}"/>
              </a:ext>
            </a:extLst>
          </p:cNvPr>
          <p:cNvSpPr txBox="1">
            <a:spLocks noChangeArrowheads="1"/>
          </p:cNvSpPr>
          <p:nvPr/>
        </p:nvSpPr>
        <p:spPr bwMode="auto">
          <a:xfrm>
            <a:off x="6011863" y="3068638"/>
            <a:ext cx="3079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a:t>4</a:t>
            </a:r>
          </a:p>
        </p:txBody>
      </p:sp>
      <p:sp>
        <p:nvSpPr>
          <p:cNvPr id="28692" name="Text Box 43">
            <a:extLst>
              <a:ext uri="{FF2B5EF4-FFF2-40B4-BE49-F238E27FC236}">
                <a16:creationId xmlns:a16="http://schemas.microsoft.com/office/drawing/2014/main" xmlns="" id="{00D29D86-A6FD-304B-70E0-2DEB967CB15E}"/>
              </a:ext>
            </a:extLst>
          </p:cNvPr>
          <p:cNvSpPr txBox="1">
            <a:spLocks noChangeArrowheads="1"/>
          </p:cNvSpPr>
          <p:nvPr/>
        </p:nvSpPr>
        <p:spPr bwMode="auto">
          <a:xfrm>
            <a:off x="6030913" y="3422650"/>
            <a:ext cx="3079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a:t>5</a:t>
            </a:r>
          </a:p>
        </p:txBody>
      </p:sp>
      <p:sp>
        <p:nvSpPr>
          <p:cNvPr id="28693" name="Text Box 44">
            <a:extLst>
              <a:ext uri="{FF2B5EF4-FFF2-40B4-BE49-F238E27FC236}">
                <a16:creationId xmlns:a16="http://schemas.microsoft.com/office/drawing/2014/main" xmlns="" id="{A5BF4354-21D7-8970-8EC8-10ECF219A21A}"/>
              </a:ext>
            </a:extLst>
          </p:cNvPr>
          <p:cNvSpPr txBox="1">
            <a:spLocks noChangeArrowheads="1"/>
          </p:cNvSpPr>
          <p:nvPr/>
        </p:nvSpPr>
        <p:spPr bwMode="auto">
          <a:xfrm>
            <a:off x="6030913" y="3781425"/>
            <a:ext cx="3079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a:t>6</a:t>
            </a:r>
          </a:p>
        </p:txBody>
      </p:sp>
      <p:sp>
        <p:nvSpPr>
          <p:cNvPr id="28694" name="Text Box 45">
            <a:extLst>
              <a:ext uri="{FF2B5EF4-FFF2-40B4-BE49-F238E27FC236}">
                <a16:creationId xmlns:a16="http://schemas.microsoft.com/office/drawing/2014/main" xmlns="" id="{809F511B-70B6-51AC-D19D-232FA9125F6A}"/>
              </a:ext>
            </a:extLst>
          </p:cNvPr>
          <p:cNvSpPr txBox="1">
            <a:spLocks noChangeArrowheads="1"/>
          </p:cNvSpPr>
          <p:nvPr/>
        </p:nvSpPr>
        <p:spPr bwMode="auto">
          <a:xfrm>
            <a:off x="6030913" y="4141788"/>
            <a:ext cx="3079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a:t>7</a:t>
            </a:r>
          </a:p>
        </p:txBody>
      </p:sp>
      <p:sp>
        <p:nvSpPr>
          <p:cNvPr id="28695" name="Text Box 46">
            <a:extLst>
              <a:ext uri="{FF2B5EF4-FFF2-40B4-BE49-F238E27FC236}">
                <a16:creationId xmlns:a16="http://schemas.microsoft.com/office/drawing/2014/main" xmlns="" id="{733F1F15-7253-6F6B-5BAF-9366DB87206F}"/>
              </a:ext>
            </a:extLst>
          </p:cNvPr>
          <p:cNvSpPr txBox="1">
            <a:spLocks noChangeArrowheads="1"/>
          </p:cNvSpPr>
          <p:nvPr/>
        </p:nvSpPr>
        <p:spPr bwMode="auto">
          <a:xfrm>
            <a:off x="6011863" y="4502150"/>
            <a:ext cx="3079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a:t>8</a:t>
            </a:r>
          </a:p>
        </p:txBody>
      </p:sp>
      <p:sp>
        <p:nvSpPr>
          <p:cNvPr id="28696" name="Text Box 47">
            <a:extLst>
              <a:ext uri="{FF2B5EF4-FFF2-40B4-BE49-F238E27FC236}">
                <a16:creationId xmlns:a16="http://schemas.microsoft.com/office/drawing/2014/main" xmlns="" id="{2E37459C-B95A-04E0-204D-10BDB55EFA21}"/>
              </a:ext>
            </a:extLst>
          </p:cNvPr>
          <p:cNvSpPr txBox="1">
            <a:spLocks noChangeArrowheads="1"/>
          </p:cNvSpPr>
          <p:nvPr/>
        </p:nvSpPr>
        <p:spPr bwMode="auto">
          <a:xfrm>
            <a:off x="6011863" y="4868863"/>
            <a:ext cx="3079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a:t>9</a:t>
            </a:r>
          </a:p>
        </p:txBody>
      </p:sp>
      <p:sp>
        <p:nvSpPr>
          <p:cNvPr id="28697" name="Rectangle 48">
            <a:extLst>
              <a:ext uri="{FF2B5EF4-FFF2-40B4-BE49-F238E27FC236}">
                <a16:creationId xmlns:a16="http://schemas.microsoft.com/office/drawing/2014/main" xmlns="" id="{73360DE4-18A9-3575-7A72-F01EC56F78C5}"/>
              </a:ext>
            </a:extLst>
          </p:cNvPr>
          <p:cNvSpPr>
            <a:spLocks noChangeArrowheads="1"/>
          </p:cNvSpPr>
          <p:nvPr/>
        </p:nvSpPr>
        <p:spPr bwMode="auto">
          <a:xfrm>
            <a:off x="6299200" y="4149725"/>
            <a:ext cx="2233613" cy="360363"/>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eaLnBrk="1" hangingPunct="1"/>
            <a:endParaRPr lang="en-US" altLang="en-US">
              <a:latin typeface="Arial" panose="020B0604020202020204" pitchFamily="34" charset="0"/>
            </a:endParaRPr>
          </a:p>
        </p:txBody>
      </p:sp>
      <p:sp>
        <p:nvSpPr>
          <p:cNvPr id="28698" name="Rectangle 49">
            <a:extLst>
              <a:ext uri="{FF2B5EF4-FFF2-40B4-BE49-F238E27FC236}">
                <a16:creationId xmlns:a16="http://schemas.microsoft.com/office/drawing/2014/main" xmlns="" id="{05BB12CD-F454-FA3B-3B81-40EA6B5CED60}"/>
              </a:ext>
            </a:extLst>
          </p:cNvPr>
          <p:cNvSpPr>
            <a:spLocks noChangeArrowheads="1"/>
          </p:cNvSpPr>
          <p:nvPr/>
        </p:nvSpPr>
        <p:spPr bwMode="auto">
          <a:xfrm>
            <a:off x="6299200" y="3789363"/>
            <a:ext cx="2233613" cy="360362"/>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eaLnBrk="1" hangingPunct="1"/>
            <a:endParaRPr lang="en-US" altLang="en-US">
              <a:solidFill>
                <a:schemeClr val="bg2"/>
              </a:solidFill>
              <a:latin typeface="Arial" panose="020B0604020202020204" pitchFamily="34" charset="0"/>
            </a:endParaRPr>
          </a:p>
        </p:txBody>
      </p:sp>
      <p:sp>
        <p:nvSpPr>
          <p:cNvPr id="28699" name="Rectangle 50">
            <a:extLst>
              <a:ext uri="{FF2B5EF4-FFF2-40B4-BE49-F238E27FC236}">
                <a16:creationId xmlns:a16="http://schemas.microsoft.com/office/drawing/2014/main" xmlns="" id="{0B8656D3-0E52-F301-5625-096057646A34}"/>
              </a:ext>
            </a:extLst>
          </p:cNvPr>
          <p:cNvSpPr>
            <a:spLocks noChangeArrowheads="1"/>
          </p:cNvSpPr>
          <p:nvPr/>
        </p:nvSpPr>
        <p:spPr bwMode="auto">
          <a:xfrm>
            <a:off x="6299200" y="3427413"/>
            <a:ext cx="2233613" cy="360362"/>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eaLnBrk="1" hangingPunct="1"/>
            <a:endParaRPr lang="tr-TR" altLang="en-US">
              <a:solidFill>
                <a:schemeClr val="bg2"/>
              </a:solidFill>
            </a:endParaRPr>
          </a:p>
        </p:txBody>
      </p:sp>
      <p:sp>
        <p:nvSpPr>
          <p:cNvPr id="28700" name="Rectangle 51">
            <a:extLst>
              <a:ext uri="{FF2B5EF4-FFF2-40B4-BE49-F238E27FC236}">
                <a16:creationId xmlns:a16="http://schemas.microsoft.com/office/drawing/2014/main" xmlns="" id="{A2B71083-AC30-1631-62E2-3385E1BB40DA}"/>
              </a:ext>
            </a:extLst>
          </p:cNvPr>
          <p:cNvSpPr>
            <a:spLocks noChangeArrowheads="1"/>
          </p:cNvSpPr>
          <p:nvPr/>
        </p:nvSpPr>
        <p:spPr bwMode="auto">
          <a:xfrm>
            <a:off x="6299200" y="3068638"/>
            <a:ext cx="2233613" cy="360362"/>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eaLnBrk="1" hangingPunct="1"/>
            <a:endParaRPr lang="en-US" altLang="en-US">
              <a:latin typeface="Arial" panose="020B0604020202020204" pitchFamily="34" charset="0"/>
            </a:endParaRPr>
          </a:p>
        </p:txBody>
      </p:sp>
      <p:sp>
        <p:nvSpPr>
          <p:cNvPr id="28701" name="Rectangle 52">
            <a:extLst>
              <a:ext uri="{FF2B5EF4-FFF2-40B4-BE49-F238E27FC236}">
                <a16:creationId xmlns:a16="http://schemas.microsoft.com/office/drawing/2014/main" xmlns="" id="{69751D9D-7A24-388B-8A20-A05546DFC079}"/>
              </a:ext>
            </a:extLst>
          </p:cNvPr>
          <p:cNvSpPr>
            <a:spLocks noChangeArrowheads="1"/>
          </p:cNvSpPr>
          <p:nvPr/>
        </p:nvSpPr>
        <p:spPr bwMode="auto">
          <a:xfrm>
            <a:off x="6299200" y="2708275"/>
            <a:ext cx="2233613" cy="360363"/>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eaLnBrk="1" hangingPunct="1"/>
            <a:endParaRPr lang="en-US" altLang="en-US">
              <a:solidFill>
                <a:schemeClr val="bg2"/>
              </a:solidFill>
              <a:latin typeface="Arial" panose="020B0604020202020204" pitchFamily="34" charset="0"/>
            </a:endParaRPr>
          </a:p>
        </p:txBody>
      </p:sp>
      <p:sp>
        <p:nvSpPr>
          <p:cNvPr id="28702" name="Rectangle 53">
            <a:extLst>
              <a:ext uri="{FF2B5EF4-FFF2-40B4-BE49-F238E27FC236}">
                <a16:creationId xmlns:a16="http://schemas.microsoft.com/office/drawing/2014/main" xmlns="" id="{8E693602-FDAD-FEAC-0A93-60E070565622}"/>
              </a:ext>
            </a:extLst>
          </p:cNvPr>
          <p:cNvSpPr>
            <a:spLocks noChangeArrowheads="1"/>
          </p:cNvSpPr>
          <p:nvPr/>
        </p:nvSpPr>
        <p:spPr bwMode="auto">
          <a:xfrm>
            <a:off x="6299200" y="2347913"/>
            <a:ext cx="2233613" cy="360362"/>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eaLnBrk="1" hangingPunct="1"/>
            <a:r>
              <a:rPr lang="en-US" altLang="en-US">
                <a:solidFill>
                  <a:schemeClr val="bg2"/>
                </a:solidFill>
              </a:rPr>
              <a:t>9</a:t>
            </a:r>
            <a:endParaRPr lang="tr-TR" altLang="en-US">
              <a:solidFill>
                <a:schemeClr val="bg2"/>
              </a:solidFill>
            </a:endParaRPr>
          </a:p>
        </p:txBody>
      </p:sp>
      <p:sp>
        <p:nvSpPr>
          <p:cNvPr id="28703" name="Rectangle 54">
            <a:extLst>
              <a:ext uri="{FF2B5EF4-FFF2-40B4-BE49-F238E27FC236}">
                <a16:creationId xmlns:a16="http://schemas.microsoft.com/office/drawing/2014/main" xmlns="" id="{6C146F95-18CD-2CDA-92A6-5A3802DF7217}"/>
              </a:ext>
            </a:extLst>
          </p:cNvPr>
          <p:cNvSpPr>
            <a:spLocks noChangeArrowheads="1"/>
          </p:cNvSpPr>
          <p:nvPr/>
        </p:nvSpPr>
        <p:spPr bwMode="auto">
          <a:xfrm>
            <a:off x="6299200" y="1989138"/>
            <a:ext cx="2233613" cy="360362"/>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eaLnBrk="1" hangingPunct="1"/>
            <a:r>
              <a:rPr lang="en-US" altLang="en-US">
                <a:solidFill>
                  <a:schemeClr val="bg2"/>
                </a:solidFill>
              </a:rPr>
              <a:t>58</a:t>
            </a:r>
            <a:endParaRPr lang="tr-TR" altLang="en-US">
              <a:solidFill>
                <a:schemeClr val="bg2"/>
              </a:solidFill>
            </a:endParaRPr>
          </a:p>
        </p:txBody>
      </p:sp>
      <p:sp>
        <p:nvSpPr>
          <p:cNvPr id="28704" name="Rectangle 55">
            <a:extLst>
              <a:ext uri="{FF2B5EF4-FFF2-40B4-BE49-F238E27FC236}">
                <a16:creationId xmlns:a16="http://schemas.microsoft.com/office/drawing/2014/main" xmlns="" id="{12038C65-E2DF-8AC2-2155-3DB0407BB5E7}"/>
              </a:ext>
            </a:extLst>
          </p:cNvPr>
          <p:cNvSpPr>
            <a:spLocks noChangeArrowheads="1"/>
          </p:cNvSpPr>
          <p:nvPr/>
        </p:nvSpPr>
        <p:spPr bwMode="auto">
          <a:xfrm>
            <a:off x="6299200" y="1628775"/>
            <a:ext cx="2233613" cy="360363"/>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eaLnBrk="1" hangingPunct="1"/>
            <a:r>
              <a:rPr lang="en-US" altLang="en-US">
                <a:solidFill>
                  <a:schemeClr val="bg2"/>
                </a:solidFill>
              </a:rPr>
              <a:t>49</a:t>
            </a:r>
            <a:endParaRPr lang="tr-TR" altLang="en-US">
              <a:solidFill>
                <a:schemeClr val="bg2"/>
              </a:solidFill>
            </a:endParaRPr>
          </a:p>
        </p:txBody>
      </p:sp>
      <p:sp>
        <p:nvSpPr>
          <p:cNvPr id="28705" name="Rectangle 18">
            <a:extLst>
              <a:ext uri="{FF2B5EF4-FFF2-40B4-BE49-F238E27FC236}">
                <a16:creationId xmlns:a16="http://schemas.microsoft.com/office/drawing/2014/main" xmlns="" id="{4C4CE10A-DBCB-A6EE-EEF4-C12927F48C2E}"/>
              </a:ext>
            </a:extLst>
          </p:cNvPr>
          <p:cNvSpPr>
            <a:spLocks noChangeArrowheads="1"/>
          </p:cNvSpPr>
          <p:nvPr/>
        </p:nvSpPr>
        <p:spPr bwMode="auto">
          <a:xfrm>
            <a:off x="3343275" y="5449888"/>
            <a:ext cx="2233613"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prstDash val="dash"/>
                <a:miter lim="800000"/>
                <a:headEnd/>
                <a:tailEnd/>
              </a14:hiddenLine>
            </a:ext>
          </a:extLst>
        </p:spPr>
        <p:txBody>
          <a:bodyPr wrap="none" lIns="90000" tIns="46800" rIns="90000" bIns="46800"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FontTx/>
              <a:buNone/>
            </a:pPr>
            <a:r>
              <a:rPr lang="en-US" altLang="en-US" sz="1800" b="1"/>
              <a:t>H</a:t>
            </a:r>
            <a:r>
              <a:rPr lang="en-US" altLang="en-US" sz="1800" b="1" baseline="-25000"/>
              <a:t>i</a:t>
            </a:r>
            <a:r>
              <a:rPr lang="en-US" altLang="en-US" sz="1800" b="1"/>
              <a:t>(49) = (x + f(1)) mod 10</a:t>
            </a:r>
            <a:endParaRPr lang="en-US" altLang="en-US" sz="1800"/>
          </a:p>
        </p:txBody>
      </p:sp>
      <p:sp>
        <p:nvSpPr>
          <p:cNvPr id="28706" name="Rectangle 19">
            <a:extLst>
              <a:ext uri="{FF2B5EF4-FFF2-40B4-BE49-F238E27FC236}">
                <a16:creationId xmlns:a16="http://schemas.microsoft.com/office/drawing/2014/main" xmlns="" id="{BFC2CBE1-6F47-8DB0-C51F-F3CD50CFA469}"/>
              </a:ext>
            </a:extLst>
          </p:cNvPr>
          <p:cNvSpPr>
            <a:spLocks noChangeArrowheads="1"/>
          </p:cNvSpPr>
          <p:nvPr/>
        </p:nvSpPr>
        <p:spPr bwMode="auto">
          <a:xfrm>
            <a:off x="754063" y="4294188"/>
            <a:ext cx="2233612"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prstDash val="dash"/>
                <a:miter lim="800000"/>
                <a:headEnd/>
                <a:tailEnd/>
              </a14:hiddenLine>
            </a:ext>
          </a:extLst>
        </p:spPr>
        <p:txBody>
          <a:bodyPr wrap="none" lIns="90000" tIns="46800" rIns="90000" bIns="46800"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FontTx/>
              <a:buNone/>
            </a:pPr>
            <a:r>
              <a:rPr lang="en-US" altLang="en-US" sz="1800" b="1"/>
              <a:t>9</a:t>
            </a:r>
            <a:endParaRPr lang="en-US" altLang="en-US" sz="1800"/>
          </a:p>
        </p:txBody>
      </p:sp>
      <p:sp>
        <p:nvSpPr>
          <p:cNvPr id="28707" name="Rectangle 18">
            <a:extLst>
              <a:ext uri="{FF2B5EF4-FFF2-40B4-BE49-F238E27FC236}">
                <a16:creationId xmlns:a16="http://schemas.microsoft.com/office/drawing/2014/main" xmlns="" id="{D3BCEDB4-7BA7-2E77-E3F7-89AA19A3CF53}"/>
              </a:ext>
            </a:extLst>
          </p:cNvPr>
          <p:cNvSpPr>
            <a:spLocks noChangeArrowheads="1"/>
          </p:cNvSpPr>
          <p:nvPr/>
        </p:nvSpPr>
        <p:spPr bwMode="auto">
          <a:xfrm>
            <a:off x="728663" y="4711700"/>
            <a:ext cx="2233612"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prstDash val="dash"/>
                <a:miter lim="800000"/>
                <a:headEnd/>
                <a:tailEnd/>
              </a14:hiddenLine>
            </a:ext>
          </a:extLst>
        </p:spPr>
        <p:txBody>
          <a:bodyPr wrap="none" lIns="90000" tIns="46800" rIns="90000" bIns="46800"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FontTx/>
              <a:buNone/>
            </a:pPr>
            <a:endParaRPr lang="en-US" altLang="en-US" sz="1800"/>
          </a:p>
        </p:txBody>
      </p:sp>
      <p:sp>
        <p:nvSpPr>
          <p:cNvPr id="28708" name="Rectangle 18">
            <a:extLst>
              <a:ext uri="{FF2B5EF4-FFF2-40B4-BE49-F238E27FC236}">
                <a16:creationId xmlns:a16="http://schemas.microsoft.com/office/drawing/2014/main" xmlns="" id="{0DE98EDC-0C26-7095-95DB-EAB4692C5E83}"/>
              </a:ext>
            </a:extLst>
          </p:cNvPr>
          <p:cNvSpPr>
            <a:spLocks noChangeArrowheads="1"/>
          </p:cNvSpPr>
          <p:nvPr/>
        </p:nvSpPr>
        <p:spPr bwMode="auto">
          <a:xfrm>
            <a:off x="762000" y="5102225"/>
            <a:ext cx="22336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prstDash val="dash"/>
                <a:miter lim="800000"/>
                <a:headEnd/>
                <a:tailEnd/>
              </a14:hiddenLine>
            </a:ext>
          </a:extLst>
        </p:spPr>
        <p:txBody>
          <a:bodyPr wrap="none" lIns="90000" tIns="46800" rIns="90000" bIns="46800"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FontTx/>
              <a:buNone/>
            </a:pPr>
            <a:endParaRPr lang="en-US" altLang="en-US" sz="1800"/>
          </a:p>
        </p:txBody>
      </p:sp>
      <p:sp>
        <p:nvSpPr>
          <p:cNvPr id="28709" name="Rectangle 18">
            <a:extLst>
              <a:ext uri="{FF2B5EF4-FFF2-40B4-BE49-F238E27FC236}">
                <a16:creationId xmlns:a16="http://schemas.microsoft.com/office/drawing/2014/main" xmlns="" id="{169DB6FF-B4EE-A2BE-9EFA-7E4CEF866BA4}"/>
              </a:ext>
            </a:extLst>
          </p:cNvPr>
          <p:cNvSpPr>
            <a:spLocks noChangeArrowheads="1"/>
          </p:cNvSpPr>
          <p:nvPr/>
        </p:nvSpPr>
        <p:spPr bwMode="auto">
          <a:xfrm>
            <a:off x="3352800" y="5970588"/>
            <a:ext cx="2233613"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prstDash val="dash"/>
                <a:miter lim="800000"/>
                <a:headEnd/>
                <a:tailEnd/>
              </a14:hiddenLine>
            </a:ext>
          </a:extLst>
        </p:spPr>
        <p:txBody>
          <a:bodyPr wrap="none" lIns="90000" tIns="46800" rIns="90000" bIns="46800"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FontTx/>
              <a:buNone/>
            </a:pPr>
            <a:r>
              <a:rPr lang="en-US" altLang="en-US" sz="1800" b="1"/>
              <a:t>f is a linear function</a:t>
            </a:r>
            <a:endParaRPr lang="en-US" altLang="en-US" sz="1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
            <a:extLst>
              <a:ext uri="{FF2B5EF4-FFF2-40B4-BE49-F238E27FC236}">
                <a16:creationId xmlns:a16="http://schemas.microsoft.com/office/drawing/2014/main" xmlns="" id="{35A113E4-67ED-C6A4-D8A9-803666B1C2B6}"/>
              </a:ext>
            </a:extLst>
          </p:cNvPr>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t>Searching for a Key</a:t>
            </a:r>
          </a:p>
        </p:txBody>
      </p:sp>
      <p:sp>
        <p:nvSpPr>
          <p:cNvPr id="29699" name="Rectangle 2">
            <a:extLst>
              <a:ext uri="{FF2B5EF4-FFF2-40B4-BE49-F238E27FC236}">
                <a16:creationId xmlns:a16="http://schemas.microsoft.com/office/drawing/2014/main" xmlns="" id="{EBB07F86-3DCD-B8E1-B3D3-0E1A79AD25EB}"/>
              </a:ext>
            </a:extLst>
          </p:cNvPr>
          <p:cNvSpPr>
            <a:spLocks noGrp="1" noChangeArrowheads="1"/>
          </p:cNvSpPr>
          <p:nvPr>
            <p:ph type="body" idx="1"/>
          </p:nvPr>
        </p:nvSpPr>
        <p:spPr>
          <a:xfrm>
            <a:off x="685800" y="1774825"/>
            <a:ext cx="4525963" cy="4114800"/>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a:t>The data that's attached to a key can be found fairly quickly.</a:t>
            </a:r>
          </a:p>
        </p:txBody>
      </p:sp>
      <p:sp>
        <p:nvSpPr>
          <p:cNvPr id="29700" name="Freeform 3">
            <a:extLst>
              <a:ext uri="{FF2B5EF4-FFF2-40B4-BE49-F238E27FC236}">
                <a16:creationId xmlns:a16="http://schemas.microsoft.com/office/drawing/2014/main" xmlns="" id="{6B23C6BC-D2E2-89CB-1AB0-DAE54479D82B}"/>
              </a:ext>
            </a:extLst>
          </p:cNvPr>
          <p:cNvSpPr>
            <a:spLocks noChangeArrowheads="1"/>
          </p:cNvSpPr>
          <p:nvPr/>
        </p:nvSpPr>
        <p:spPr bwMode="auto">
          <a:xfrm>
            <a:off x="6818313" y="3355975"/>
            <a:ext cx="1309687" cy="2830513"/>
          </a:xfrm>
          <a:custGeom>
            <a:avLst/>
            <a:gdLst>
              <a:gd name="T0" fmla="*/ 2147483646 w 3639"/>
              <a:gd name="T1" fmla="*/ 0 h 7864"/>
              <a:gd name="T2" fmla="*/ 0 w 3639"/>
              <a:gd name="T3" fmla="*/ 2147483646 h 7864"/>
              <a:gd name="T4" fmla="*/ 2147483646 w 3639"/>
              <a:gd name="T5" fmla="*/ 2147483646 h 7864"/>
              <a:gd name="T6" fmla="*/ 2147483646 w 3639"/>
              <a:gd name="T7" fmla="*/ 2147483646 h 7864"/>
              <a:gd name="T8" fmla="*/ 2147483646 w 3639"/>
              <a:gd name="T9" fmla="*/ 2147483646 h 7864"/>
              <a:gd name="T10" fmla="*/ 2147483646 w 3639"/>
              <a:gd name="T11" fmla="*/ 2147483646 h 7864"/>
              <a:gd name="T12" fmla="*/ 2147483646 w 3639"/>
              <a:gd name="T13" fmla="*/ 0 h 7864"/>
              <a:gd name="T14" fmla="*/ 0 60000 65536"/>
              <a:gd name="T15" fmla="*/ 0 60000 65536"/>
              <a:gd name="T16" fmla="*/ 0 60000 65536"/>
              <a:gd name="T17" fmla="*/ 0 60000 65536"/>
              <a:gd name="T18" fmla="*/ 0 60000 65536"/>
              <a:gd name="T19" fmla="*/ 0 60000 65536"/>
              <a:gd name="T20" fmla="*/ 0 60000 65536"/>
              <a:gd name="T21" fmla="*/ 0 w 3639"/>
              <a:gd name="T22" fmla="*/ 0 h 7864"/>
              <a:gd name="T23" fmla="*/ 3639 w 3639"/>
              <a:gd name="T24" fmla="*/ 7864 h 78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39" h="7864">
                <a:moveTo>
                  <a:pt x="1473" y="0"/>
                </a:moveTo>
                <a:lnTo>
                  <a:pt x="0" y="4211"/>
                </a:lnTo>
                <a:lnTo>
                  <a:pt x="445" y="4917"/>
                </a:lnTo>
                <a:lnTo>
                  <a:pt x="189" y="5411"/>
                </a:lnTo>
                <a:lnTo>
                  <a:pt x="1067" y="7863"/>
                </a:lnTo>
                <a:lnTo>
                  <a:pt x="3638" y="5146"/>
                </a:lnTo>
                <a:lnTo>
                  <a:pt x="147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01" name="AutoShape 4">
            <a:extLst>
              <a:ext uri="{FF2B5EF4-FFF2-40B4-BE49-F238E27FC236}">
                <a16:creationId xmlns:a16="http://schemas.microsoft.com/office/drawing/2014/main" xmlns="" id="{C12AF877-6140-56FF-1722-22F3D5813564}"/>
              </a:ext>
            </a:extLst>
          </p:cNvPr>
          <p:cNvSpPr>
            <a:spLocks noChangeArrowheads="1"/>
          </p:cNvSpPr>
          <p:nvPr/>
        </p:nvSpPr>
        <p:spPr bwMode="auto">
          <a:xfrm>
            <a:off x="839788" y="5341938"/>
            <a:ext cx="6046787" cy="785812"/>
          </a:xfrm>
          <a:prstGeom prst="roundRect">
            <a:avLst>
              <a:gd name="adj" fmla="val 199"/>
            </a:avLst>
          </a:prstGeom>
          <a:solidFill>
            <a:srgbClr val="808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29702" name="Line 5">
            <a:extLst>
              <a:ext uri="{FF2B5EF4-FFF2-40B4-BE49-F238E27FC236}">
                <a16:creationId xmlns:a16="http://schemas.microsoft.com/office/drawing/2014/main" xmlns="" id="{51A956B1-1F65-9577-8542-B6952DBB4C21}"/>
              </a:ext>
            </a:extLst>
          </p:cNvPr>
          <p:cNvSpPr>
            <a:spLocks noChangeShapeType="1"/>
          </p:cNvSpPr>
          <p:nvPr/>
        </p:nvSpPr>
        <p:spPr bwMode="auto">
          <a:xfrm>
            <a:off x="1752600" y="5338763"/>
            <a:ext cx="1588" cy="792162"/>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3" name="Line 6">
            <a:extLst>
              <a:ext uri="{FF2B5EF4-FFF2-40B4-BE49-F238E27FC236}">
                <a16:creationId xmlns:a16="http://schemas.microsoft.com/office/drawing/2014/main" xmlns="" id="{DDCF28D9-1C86-60FB-B192-CBB905FADC58}"/>
              </a:ext>
            </a:extLst>
          </p:cNvPr>
          <p:cNvSpPr>
            <a:spLocks noChangeShapeType="1"/>
          </p:cNvSpPr>
          <p:nvPr/>
        </p:nvSpPr>
        <p:spPr bwMode="auto">
          <a:xfrm>
            <a:off x="2667000" y="5338763"/>
            <a:ext cx="1588" cy="792162"/>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4" name="Line 7">
            <a:extLst>
              <a:ext uri="{FF2B5EF4-FFF2-40B4-BE49-F238E27FC236}">
                <a16:creationId xmlns:a16="http://schemas.microsoft.com/office/drawing/2014/main" xmlns="" id="{95D904BE-D5B5-20FB-F25C-2BD9F02E14F5}"/>
              </a:ext>
            </a:extLst>
          </p:cNvPr>
          <p:cNvSpPr>
            <a:spLocks noChangeShapeType="1"/>
          </p:cNvSpPr>
          <p:nvPr/>
        </p:nvSpPr>
        <p:spPr bwMode="auto">
          <a:xfrm>
            <a:off x="3579813" y="5338763"/>
            <a:ext cx="1587" cy="792162"/>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5" name="Line 8">
            <a:extLst>
              <a:ext uri="{FF2B5EF4-FFF2-40B4-BE49-F238E27FC236}">
                <a16:creationId xmlns:a16="http://schemas.microsoft.com/office/drawing/2014/main" xmlns="" id="{42F52A02-3207-2D04-1A26-0A6E5E4F94F1}"/>
              </a:ext>
            </a:extLst>
          </p:cNvPr>
          <p:cNvSpPr>
            <a:spLocks noChangeShapeType="1"/>
          </p:cNvSpPr>
          <p:nvPr/>
        </p:nvSpPr>
        <p:spPr bwMode="auto">
          <a:xfrm>
            <a:off x="4495800" y="5341938"/>
            <a:ext cx="1588" cy="784225"/>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6" name="Line 9">
            <a:extLst>
              <a:ext uri="{FF2B5EF4-FFF2-40B4-BE49-F238E27FC236}">
                <a16:creationId xmlns:a16="http://schemas.microsoft.com/office/drawing/2014/main" xmlns="" id="{4BCA588D-73C2-F65A-F3E3-E1A1B22E6647}"/>
              </a:ext>
            </a:extLst>
          </p:cNvPr>
          <p:cNvSpPr>
            <a:spLocks noChangeShapeType="1"/>
          </p:cNvSpPr>
          <p:nvPr/>
        </p:nvSpPr>
        <p:spPr bwMode="auto">
          <a:xfrm>
            <a:off x="5410200" y="5341938"/>
            <a:ext cx="1588" cy="784225"/>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7" name="Line 10">
            <a:extLst>
              <a:ext uri="{FF2B5EF4-FFF2-40B4-BE49-F238E27FC236}">
                <a16:creationId xmlns:a16="http://schemas.microsoft.com/office/drawing/2014/main" xmlns="" id="{BF6C17C1-A610-F05F-9374-95FA6809F62F}"/>
              </a:ext>
            </a:extLst>
          </p:cNvPr>
          <p:cNvSpPr>
            <a:spLocks noChangeShapeType="1"/>
          </p:cNvSpPr>
          <p:nvPr/>
        </p:nvSpPr>
        <p:spPr bwMode="auto">
          <a:xfrm>
            <a:off x="6324600" y="5337175"/>
            <a:ext cx="1588" cy="793750"/>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8" name="AutoShape 11">
            <a:extLst>
              <a:ext uri="{FF2B5EF4-FFF2-40B4-BE49-F238E27FC236}">
                <a16:creationId xmlns:a16="http://schemas.microsoft.com/office/drawing/2014/main" xmlns="" id="{C280D145-84B9-AE32-9E89-2BDC300EE720}"/>
              </a:ext>
            </a:extLst>
          </p:cNvPr>
          <p:cNvSpPr>
            <a:spLocks noChangeArrowheads="1"/>
          </p:cNvSpPr>
          <p:nvPr/>
        </p:nvSpPr>
        <p:spPr bwMode="auto">
          <a:xfrm>
            <a:off x="960438" y="4876800"/>
            <a:ext cx="725487"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[ 0 ]</a:t>
            </a:r>
          </a:p>
        </p:txBody>
      </p:sp>
      <p:sp>
        <p:nvSpPr>
          <p:cNvPr id="29709" name="AutoShape 12">
            <a:extLst>
              <a:ext uri="{FF2B5EF4-FFF2-40B4-BE49-F238E27FC236}">
                <a16:creationId xmlns:a16="http://schemas.microsoft.com/office/drawing/2014/main" xmlns="" id="{7A4F85A0-EE4C-12E1-042E-A582D5395DC6}"/>
              </a:ext>
            </a:extLst>
          </p:cNvPr>
          <p:cNvSpPr>
            <a:spLocks noChangeArrowheads="1"/>
          </p:cNvSpPr>
          <p:nvPr/>
        </p:nvSpPr>
        <p:spPr bwMode="auto">
          <a:xfrm>
            <a:off x="1820863" y="4876800"/>
            <a:ext cx="725487"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[ 1 ]</a:t>
            </a:r>
          </a:p>
        </p:txBody>
      </p:sp>
      <p:sp>
        <p:nvSpPr>
          <p:cNvPr id="29710" name="AutoShape 13">
            <a:extLst>
              <a:ext uri="{FF2B5EF4-FFF2-40B4-BE49-F238E27FC236}">
                <a16:creationId xmlns:a16="http://schemas.microsoft.com/office/drawing/2014/main" xmlns="" id="{E10D2523-0F69-CB07-338A-75E46E21744D}"/>
              </a:ext>
            </a:extLst>
          </p:cNvPr>
          <p:cNvSpPr>
            <a:spLocks noChangeArrowheads="1"/>
          </p:cNvSpPr>
          <p:nvPr/>
        </p:nvSpPr>
        <p:spPr bwMode="auto">
          <a:xfrm>
            <a:off x="2735263" y="4876800"/>
            <a:ext cx="725487"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[ 2 ]</a:t>
            </a:r>
          </a:p>
        </p:txBody>
      </p:sp>
      <p:sp>
        <p:nvSpPr>
          <p:cNvPr id="29711" name="AutoShape 14">
            <a:extLst>
              <a:ext uri="{FF2B5EF4-FFF2-40B4-BE49-F238E27FC236}">
                <a16:creationId xmlns:a16="http://schemas.microsoft.com/office/drawing/2014/main" xmlns="" id="{1651329A-A9D5-039C-1EA9-EE23A930C8EB}"/>
              </a:ext>
            </a:extLst>
          </p:cNvPr>
          <p:cNvSpPr>
            <a:spLocks noChangeArrowheads="1"/>
          </p:cNvSpPr>
          <p:nvPr/>
        </p:nvSpPr>
        <p:spPr bwMode="auto">
          <a:xfrm>
            <a:off x="3616325" y="4876800"/>
            <a:ext cx="725488"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[ 3 ]</a:t>
            </a:r>
          </a:p>
        </p:txBody>
      </p:sp>
      <p:sp>
        <p:nvSpPr>
          <p:cNvPr id="29712" name="AutoShape 15">
            <a:extLst>
              <a:ext uri="{FF2B5EF4-FFF2-40B4-BE49-F238E27FC236}">
                <a16:creationId xmlns:a16="http://schemas.microsoft.com/office/drawing/2014/main" xmlns="" id="{93B76768-1333-6D8D-4157-6C6094377ABB}"/>
              </a:ext>
            </a:extLst>
          </p:cNvPr>
          <p:cNvSpPr>
            <a:spLocks noChangeArrowheads="1"/>
          </p:cNvSpPr>
          <p:nvPr/>
        </p:nvSpPr>
        <p:spPr bwMode="auto">
          <a:xfrm>
            <a:off x="4530725" y="4876800"/>
            <a:ext cx="725488"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[ 4 ]</a:t>
            </a:r>
          </a:p>
        </p:txBody>
      </p:sp>
      <p:sp>
        <p:nvSpPr>
          <p:cNvPr id="29713" name="AutoShape 16">
            <a:extLst>
              <a:ext uri="{FF2B5EF4-FFF2-40B4-BE49-F238E27FC236}">
                <a16:creationId xmlns:a16="http://schemas.microsoft.com/office/drawing/2014/main" xmlns="" id="{A14EB5F3-8AC7-6E53-ACFC-FCB8C309CBC5}"/>
              </a:ext>
            </a:extLst>
          </p:cNvPr>
          <p:cNvSpPr>
            <a:spLocks noChangeArrowheads="1"/>
          </p:cNvSpPr>
          <p:nvPr/>
        </p:nvSpPr>
        <p:spPr bwMode="auto">
          <a:xfrm>
            <a:off x="5502275" y="4876800"/>
            <a:ext cx="725488"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[ 5 ]</a:t>
            </a:r>
          </a:p>
        </p:txBody>
      </p:sp>
      <p:sp>
        <p:nvSpPr>
          <p:cNvPr id="29714" name="AutoShape 17">
            <a:extLst>
              <a:ext uri="{FF2B5EF4-FFF2-40B4-BE49-F238E27FC236}">
                <a16:creationId xmlns:a16="http://schemas.microsoft.com/office/drawing/2014/main" xmlns="" id="{5B2F8DD9-5E24-2827-36DF-7F169748282A}"/>
              </a:ext>
            </a:extLst>
          </p:cNvPr>
          <p:cNvSpPr>
            <a:spLocks noChangeArrowheads="1"/>
          </p:cNvSpPr>
          <p:nvPr/>
        </p:nvSpPr>
        <p:spPr bwMode="auto">
          <a:xfrm>
            <a:off x="7669213" y="5341938"/>
            <a:ext cx="901700" cy="785812"/>
          </a:xfrm>
          <a:prstGeom prst="roundRect">
            <a:avLst>
              <a:gd name="adj" fmla="val 199"/>
            </a:avLst>
          </a:prstGeom>
          <a:solidFill>
            <a:srgbClr val="808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29715" name="AutoShape 18">
            <a:extLst>
              <a:ext uri="{FF2B5EF4-FFF2-40B4-BE49-F238E27FC236}">
                <a16:creationId xmlns:a16="http://schemas.microsoft.com/office/drawing/2014/main" xmlns="" id="{B689DB71-F58C-A211-1E38-8D435C715BE8}"/>
              </a:ext>
            </a:extLst>
          </p:cNvPr>
          <p:cNvSpPr>
            <a:spLocks noChangeArrowheads="1"/>
          </p:cNvSpPr>
          <p:nvPr/>
        </p:nvSpPr>
        <p:spPr bwMode="auto">
          <a:xfrm>
            <a:off x="7824788" y="4879975"/>
            <a:ext cx="981075"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[ 700]</a:t>
            </a:r>
          </a:p>
        </p:txBody>
      </p:sp>
      <p:grpSp>
        <p:nvGrpSpPr>
          <p:cNvPr id="29716" name="Group 19">
            <a:extLst>
              <a:ext uri="{FF2B5EF4-FFF2-40B4-BE49-F238E27FC236}">
                <a16:creationId xmlns:a16="http://schemas.microsoft.com/office/drawing/2014/main" xmlns="" id="{D1DFD47F-BC84-9AEC-12B2-BD35C047D8A9}"/>
              </a:ext>
            </a:extLst>
          </p:cNvPr>
          <p:cNvGrpSpPr>
            <a:grpSpLocks/>
          </p:cNvGrpSpPr>
          <p:nvPr/>
        </p:nvGrpSpPr>
        <p:grpSpPr bwMode="auto">
          <a:xfrm>
            <a:off x="4598988" y="5475288"/>
            <a:ext cx="674687" cy="517525"/>
            <a:chOff x="2897" y="3449"/>
            <a:chExt cx="425" cy="326"/>
          </a:xfrm>
        </p:grpSpPr>
        <p:sp>
          <p:nvSpPr>
            <p:cNvPr id="29739" name="AutoShape 20">
              <a:extLst>
                <a:ext uri="{FF2B5EF4-FFF2-40B4-BE49-F238E27FC236}">
                  <a16:creationId xmlns:a16="http://schemas.microsoft.com/office/drawing/2014/main" xmlns="" id="{6514ED14-2BD0-FCF0-E07F-73CD2691A373}"/>
                </a:ext>
              </a:extLst>
            </p:cNvPr>
            <p:cNvSpPr>
              <a:spLocks noChangeArrowheads="1"/>
            </p:cNvSpPr>
            <p:nvPr/>
          </p:nvSpPr>
          <p:spPr bwMode="auto">
            <a:xfrm>
              <a:off x="2897" y="3449"/>
              <a:ext cx="426"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506643548</a:t>
              </a:r>
            </a:p>
          </p:txBody>
        </p:sp>
        <p:pic>
          <p:nvPicPr>
            <p:cNvPr id="29740" name="Picture 21">
              <a:extLst>
                <a:ext uri="{FF2B5EF4-FFF2-40B4-BE49-F238E27FC236}">
                  <a16:creationId xmlns:a16="http://schemas.microsoft.com/office/drawing/2014/main" xmlns="" id="{706F251C-BBE9-31A9-4847-FEF83D3C8DA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r="35909" b="42468"/>
            <a:stretch>
              <a:fillRect/>
            </a:stretch>
          </p:blipFill>
          <p:spPr bwMode="auto">
            <a:xfrm>
              <a:off x="2945" y="3524"/>
              <a:ext cx="25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9717" name="Group 22">
            <a:extLst>
              <a:ext uri="{FF2B5EF4-FFF2-40B4-BE49-F238E27FC236}">
                <a16:creationId xmlns:a16="http://schemas.microsoft.com/office/drawing/2014/main" xmlns="" id="{8381E587-7D2B-7171-322F-AF3739BB2466}"/>
              </a:ext>
            </a:extLst>
          </p:cNvPr>
          <p:cNvGrpSpPr>
            <a:grpSpLocks/>
          </p:cNvGrpSpPr>
          <p:nvPr/>
        </p:nvGrpSpPr>
        <p:grpSpPr bwMode="auto">
          <a:xfrm>
            <a:off x="2822575" y="5449888"/>
            <a:ext cx="674688" cy="568325"/>
            <a:chOff x="1778" y="3433"/>
            <a:chExt cx="425" cy="358"/>
          </a:xfrm>
        </p:grpSpPr>
        <p:sp>
          <p:nvSpPr>
            <p:cNvPr id="29737" name="AutoShape 23">
              <a:extLst>
                <a:ext uri="{FF2B5EF4-FFF2-40B4-BE49-F238E27FC236}">
                  <a16:creationId xmlns:a16="http://schemas.microsoft.com/office/drawing/2014/main" xmlns="" id="{AC469B1E-A210-CEF9-DD69-A842802B0559}"/>
                </a:ext>
              </a:extLst>
            </p:cNvPr>
            <p:cNvSpPr>
              <a:spLocks noChangeArrowheads="1"/>
            </p:cNvSpPr>
            <p:nvPr/>
          </p:nvSpPr>
          <p:spPr bwMode="auto">
            <a:xfrm>
              <a:off x="1778" y="3433"/>
              <a:ext cx="426"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233667136</a:t>
              </a:r>
            </a:p>
          </p:txBody>
        </p:sp>
        <p:pic>
          <p:nvPicPr>
            <p:cNvPr id="29738" name="Picture 24">
              <a:extLst>
                <a:ext uri="{FF2B5EF4-FFF2-40B4-BE49-F238E27FC236}">
                  <a16:creationId xmlns:a16="http://schemas.microsoft.com/office/drawing/2014/main" xmlns="" id="{CD3704AA-9BC8-8383-E8A1-F80CD995606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9718" name="Group 25">
            <a:extLst>
              <a:ext uri="{FF2B5EF4-FFF2-40B4-BE49-F238E27FC236}">
                <a16:creationId xmlns:a16="http://schemas.microsoft.com/office/drawing/2014/main" xmlns="" id="{73049D4C-CBEE-F104-EDE8-42D638BB9171}"/>
              </a:ext>
            </a:extLst>
          </p:cNvPr>
          <p:cNvGrpSpPr>
            <a:grpSpLocks/>
          </p:cNvGrpSpPr>
          <p:nvPr/>
        </p:nvGrpSpPr>
        <p:grpSpPr bwMode="auto">
          <a:xfrm>
            <a:off x="1906588" y="5445125"/>
            <a:ext cx="620712" cy="576263"/>
            <a:chOff x="1201" y="3430"/>
            <a:chExt cx="391" cy="363"/>
          </a:xfrm>
        </p:grpSpPr>
        <p:sp>
          <p:nvSpPr>
            <p:cNvPr id="29735" name="AutoShape 26">
              <a:extLst>
                <a:ext uri="{FF2B5EF4-FFF2-40B4-BE49-F238E27FC236}">
                  <a16:creationId xmlns:a16="http://schemas.microsoft.com/office/drawing/2014/main" xmlns="" id="{8CE6AE00-5486-0EA4-5C96-3C694BD5BBF0}"/>
                </a:ext>
              </a:extLst>
            </p:cNvPr>
            <p:cNvSpPr>
              <a:spLocks noChangeArrowheads="1"/>
            </p:cNvSpPr>
            <p:nvPr/>
          </p:nvSpPr>
          <p:spPr bwMode="auto">
            <a:xfrm>
              <a:off x="1201" y="3430"/>
              <a:ext cx="392"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281942902</a:t>
              </a:r>
            </a:p>
          </p:txBody>
        </p:sp>
        <p:pic>
          <p:nvPicPr>
            <p:cNvPr id="29736" name="Picture 27">
              <a:extLst>
                <a:ext uri="{FF2B5EF4-FFF2-40B4-BE49-F238E27FC236}">
                  <a16:creationId xmlns:a16="http://schemas.microsoft.com/office/drawing/2014/main" xmlns="" id="{89691562-1F2F-9A09-E87B-18995094EF5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9719" name="Group 28">
            <a:extLst>
              <a:ext uri="{FF2B5EF4-FFF2-40B4-BE49-F238E27FC236}">
                <a16:creationId xmlns:a16="http://schemas.microsoft.com/office/drawing/2014/main" xmlns="" id="{A58BE903-7E8C-BC2C-3C46-ACD33E2CA72F}"/>
              </a:ext>
            </a:extLst>
          </p:cNvPr>
          <p:cNvGrpSpPr>
            <a:grpSpLocks/>
          </p:cNvGrpSpPr>
          <p:nvPr/>
        </p:nvGrpSpPr>
        <p:grpSpPr bwMode="auto">
          <a:xfrm>
            <a:off x="7764463" y="5480050"/>
            <a:ext cx="725487" cy="506413"/>
            <a:chOff x="4891" y="3452"/>
            <a:chExt cx="457" cy="319"/>
          </a:xfrm>
        </p:grpSpPr>
        <p:sp>
          <p:nvSpPr>
            <p:cNvPr id="29733" name="AutoShape 29">
              <a:extLst>
                <a:ext uri="{FF2B5EF4-FFF2-40B4-BE49-F238E27FC236}">
                  <a16:creationId xmlns:a16="http://schemas.microsoft.com/office/drawing/2014/main" xmlns="" id="{774011D6-6EB1-2F44-B787-50AE6C4B53DB}"/>
                </a:ext>
              </a:extLst>
            </p:cNvPr>
            <p:cNvSpPr>
              <a:spLocks noChangeArrowheads="1"/>
            </p:cNvSpPr>
            <p:nvPr/>
          </p:nvSpPr>
          <p:spPr bwMode="auto">
            <a:xfrm>
              <a:off x="4928" y="3452"/>
              <a:ext cx="392"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155778322</a:t>
              </a:r>
            </a:p>
          </p:txBody>
        </p:sp>
        <p:pic>
          <p:nvPicPr>
            <p:cNvPr id="29734" name="Picture 30">
              <a:extLst>
                <a:ext uri="{FF2B5EF4-FFF2-40B4-BE49-F238E27FC236}">
                  <a16:creationId xmlns:a16="http://schemas.microsoft.com/office/drawing/2014/main" xmlns="" id="{9D29A2C1-0B19-D500-14CB-06D81CF89942}"/>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b="53267"/>
            <a:stretch>
              <a:fillRect/>
            </a:stretch>
          </p:blipFill>
          <p:spPr bwMode="auto">
            <a:xfrm>
              <a:off x="4891" y="3500"/>
              <a:ext cx="458"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9720" name="Group 31">
            <a:extLst>
              <a:ext uri="{FF2B5EF4-FFF2-40B4-BE49-F238E27FC236}">
                <a16:creationId xmlns:a16="http://schemas.microsoft.com/office/drawing/2014/main" xmlns="" id="{D52A16DC-2999-F112-5A16-144FCC30F615}"/>
              </a:ext>
            </a:extLst>
          </p:cNvPr>
          <p:cNvGrpSpPr>
            <a:grpSpLocks/>
          </p:cNvGrpSpPr>
          <p:nvPr/>
        </p:nvGrpSpPr>
        <p:grpSpPr bwMode="auto">
          <a:xfrm>
            <a:off x="6596063" y="4014788"/>
            <a:ext cx="1309687" cy="2830512"/>
            <a:chOff x="4155" y="2529"/>
            <a:chExt cx="825" cy="1783"/>
          </a:xfrm>
        </p:grpSpPr>
        <p:sp>
          <p:nvSpPr>
            <p:cNvPr id="29731" name="Freeform 32">
              <a:extLst>
                <a:ext uri="{FF2B5EF4-FFF2-40B4-BE49-F238E27FC236}">
                  <a16:creationId xmlns:a16="http://schemas.microsoft.com/office/drawing/2014/main" xmlns="" id="{F1734040-739B-B93A-E971-3B3D033E4BD8}"/>
                </a:ext>
              </a:extLst>
            </p:cNvPr>
            <p:cNvSpPr>
              <a:spLocks noChangeArrowheads="1"/>
            </p:cNvSpPr>
            <p:nvPr/>
          </p:nvSpPr>
          <p:spPr bwMode="auto">
            <a:xfrm>
              <a:off x="4155" y="2529"/>
              <a:ext cx="826" cy="1784"/>
            </a:xfrm>
            <a:custGeom>
              <a:avLst/>
              <a:gdLst>
                <a:gd name="T0" fmla="*/ 0 w 3644"/>
                <a:gd name="T1" fmla="*/ 0 h 7868"/>
                <a:gd name="T2" fmla="*/ 0 w 3644"/>
                <a:gd name="T3" fmla="*/ 0 h 7868"/>
                <a:gd name="T4" fmla="*/ 0 w 3644"/>
                <a:gd name="T5" fmla="*/ 0 h 7868"/>
                <a:gd name="T6" fmla="*/ 0 w 3644"/>
                <a:gd name="T7" fmla="*/ 0 h 7868"/>
                <a:gd name="T8" fmla="*/ 0 w 3644"/>
                <a:gd name="T9" fmla="*/ 0 h 7868"/>
                <a:gd name="T10" fmla="*/ 0 w 3644"/>
                <a:gd name="T11" fmla="*/ 0 h 7868"/>
                <a:gd name="T12" fmla="*/ 0 w 3644"/>
                <a:gd name="T13" fmla="*/ 0 h 7868"/>
                <a:gd name="T14" fmla="*/ 0 60000 65536"/>
                <a:gd name="T15" fmla="*/ 0 60000 65536"/>
                <a:gd name="T16" fmla="*/ 0 60000 65536"/>
                <a:gd name="T17" fmla="*/ 0 60000 65536"/>
                <a:gd name="T18" fmla="*/ 0 60000 65536"/>
                <a:gd name="T19" fmla="*/ 0 60000 65536"/>
                <a:gd name="T20" fmla="*/ 0 60000 65536"/>
                <a:gd name="T21" fmla="*/ 0 w 3644"/>
                <a:gd name="T22" fmla="*/ 0 h 7868"/>
                <a:gd name="T23" fmla="*/ 3644 w 3644"/>
                <a:gd name="T24" fmla="*/ 7868 h 78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 h="7868">
                  <a:moveTo>
                    <a:pt x="1475" y="0"/>
                  </a:moveTo>
                  <a:lnTo>
                    <a:pt x="0" y="4213"/>
                  </a:lnTo>
                  <a:lnTo>
                    <a:pt x="445" y="4920"/>
                  </a:lnTo>
                  <a:lnTo>
                    <a:pt x="189" y="5414"/>
                  </a:lnTo>
                  <a:lnTo>
                    <a:pt x="1068" y="7867"/>
                  </a:lnTo>
                  <a:lnTo>
                    <a:pt x="3643" y="5149"/>
                  </a:lnTo>
                  <a:lnTo>
                    <a:pt x="147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32" name="AutoShape 33">
              <a:extLst>
                <a:ext uri="{FF2B5EF4-FFF2-40B4-BE49-F238E27FC236}">
                  <a16:creationId xmlns:a16="http://schemas.microsoft.com/office/drawing/2014/main" xmlns="" id="{96452C82-D768-5C88-6E7C-1792D0A7C1CB}"/>
                </a:ext>
              </a:extLst>
            </p:cNvPr>
            <p:cNvSpPr>
              <a:spLocks noChangeArrowheads="1"/>
            </p:cNvSpPr>
            <p:nvPr/>
          </p:nvSpPr>
          <p:spPr bwMode="auto">
            <a:xfrm>
              <a:off x="4353" y="3461"/>
              <a:ext cx="383" cy="288"/>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 .</a:t>
              </a:r>
            </a:p>
          </p:txBody>
        </p:sp>
      </p:grpSp>
      <p:grpSp>
        <p:nvGrpSpPr>
          <p:cNvPr id="29721" name="Group 34">
            <a:extLst>
              <a:ext uri="{FF2B5EF4-FFF2-40B4-BE49-F238E27FC236}">
                <a16:creationId xmlns:a16="http://schemas.microsoft.com/office/drawing/2014/main" xmlns="" id="{1D55B450-1E5B-3597-2DF6-DCBB0FB17B84}"/>
              </a:ext>
            </a:extLst>
          </p:cNvPr>
          <p:cNvGrpSpPr>
            <a:grpSpLocks/>
          </p:cNvGrpSpPr>
          <p:nvPr/>
        </p:nvGrpSpPr>
        <p:grpSpPr bwMode="auto">
          <a:xfrm>
            <a:off x="3713163" y="5465763"/>
            <a:ext cx="620712" cy="557212"/>
            <a:chOff x="2339" y="3443"/>
            <a:chExt cx="391" cy="351"/>
          </a:xfrm>
        </p:grpSpPr>
        <p:pic>
          <p:nvPicPr>
            <p:cNvPr id="29729" name="Picture 35">
              <a:extLst>
                <a:ext uri="{FF2B5EF4-FFF2-40B4-BE49-F238E27FC236}">
                  <a16:creationId xmlns:a16="http://schemas.microsoft.com/office/drawing/2014/main" xmlns="" id="{3F8D3B1C-5996-ED85-9D47-D336FF22F6D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l="51314" b="42641"/>
            <a:stretch>
              <a:fillRect/>
            </a:stretch>
          </p:blipFill>
          <p:spPr bwMode="auto">
            <a:xfrm>
              <a:off x="2369" y="3495"/>
              <a:ext cx="334"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30" name="AutoShape 36">
              <a:extLst>
                <a:ext uri="{FF2B5EF4-FFF2-40B4-BE49-F238E27FC236}">
                  <a16:creationId xmlns:a16="http://schemas.microsoft.com/office/drawing/2014/main" xmlns="" id="{B5E9FE4C-71BE-7008-F41D-02590001D968}"/>
                </a:ext>
              </a:extLst>
            </p:cNvPr>
            <p:cNvSpPr>
              <a:spLocks noChangeArrowheads="1"/>
            </p:cNvSpPr>
            <p:nvPr/>
          </p:nvSpPr>
          <p:spPr bwMode="auto">
            <a:xfrm>
              <a:off x="2339" y="3443"/>
              <a:ext cx="392"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580625685</a:t>
              </a:r>
            </a:p>
          </p:txBody>
        </p:sp>
      </p:grpSp>
      <p:grpSp>
        <p:nvGrpSpPr>
          <p:cNvPr id="29722" name="Group 37">
            <a:extLst>
              <a:ext uri="{FF2B5EF4-FFF2-40B4-BE49-F238E27FC236}">
                <a16:creationId xmlns:a16="http://schemas.microsoft.com/office/drawing/2014/main" xmlns="" id="{6DEF7218-271C-46D4-5D3D-FC87409C64BD}"/>
              </a:ext>
            </a:extLst>
          </p:cNvPr>
          <p:cNvGrpSpPr>
            <a:grpSpLocks/>
          </p:cNvGrpSpPr>
          <p:nvPr/>
        </p:nvGrpSpPr>
        <p:grpSpPr bwMode="auto">
          <a:xfrm>
            <a:off x="5548313" y="5454650"/>
            <a:ext cx="620712" cy="549275"/>
            <a:chOff x="3495" y="3436"/>
            <a:chExt cx="391" cy="346"/>
          </a:xfrm>
        </p:grpSpPr>
        <p:pic>
          <p:nvPicPr>
            <p:cNvPr id="29727" name="Picture 38">
              <a:extLst>
                <a:ext uri="{FF2B5EF4-FFF2-40B4-BE49-F238E27FC236}">
                  <a16:creationId xmlns:a16="http://schemas.microsoft.com/office/drawing/2014/main" xmlns="" id="{C7A97354-57FE-B027-3796-38AA14DB8CEA}"/>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530" y="3511"/>
              <a:ext cx="295"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28" name="AutoShape 39">
              <a:extLst>
                <a:ext uri="{FF2B5EF4-FFF2-40B4-BE49-F238E27FC236}">
                  <a16:creationId xmlns:a16="http://schemas.microsoft.com/office/drawing/2014/main" xmlns="" id="{FE99F19E-B558-7F36-4364-A4647FD262B0}"/>
                </a:ext>
              </a:extLst>
            </p:cNvPr>
            <p:cNvSpPr>
              <a:spLocks noChangeArrowheads="1"/>
            </p:cNvSpPr>
            <p:nvPr/>
          </p:nvSpPr>
          <p:spPr bwMode="auto">
            <a:xfrm>
              <a:off x="3495" y="3436"/>
              <a:ext cx="392"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701466868</a:t>
              </a:r>
            </a:p>
          </p:txBody>
        </p:sp>
      </p:grpSp>
      <p:sp>
        <p:nvSpPr>
          <p:cNvPr id="29723" name="AutoShape 40">
            <a:extLst>
              <a:ext uri="{FF2B5EF4-FFF2-40B4-BE49-F238E27FC236}">
                <a16:creationId xmlns:a16="http://schemas.microsoft.com/office/drawing/2014/main" xmlns="" id="{4C37E21F-7712-1318-790B-6B35F0B94258}"/>
              </a:ext>
            </a:extLst>
          </p:cNvPr>
          <p:cNvSpPr>
            <a:spLocks noChangeArrowheads="1"/>
          </p:cNvSpPr>
          <p:nvPr/>
        </p:nvSpPr>
        <p:spPr bwMode="auto">
          <a:xfrm>
            <a:off x="6029325" y="912813"/>
            <a:ext cx="2589213" cy="2474912"/>
          </a:xfrm>
          <a:prstGeom prst="roundRect">
            <a:avLst>
              <a:gd name="adj" fmla="val 60"/>
            </a:avLst>
          </a:prstGeom>
          <a:solidFill>
            <a:srgbClr val="808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29724" name="Oval 41">
            <a:extLst>
              <a:ext uri="{FF2B5EF4-FFF2-40B4-BE49-F238E27FC236}">
                <a16:creationId xmlns:a16="http://schemas.microsoft.com/office/drawing/2014/main" xmlns="" id="{1DA5BDD1-FA46-C406-5DD2-BA2A3F4AD237}"/>
              </a:ext>
            </a:extLst>
          </p:cNvPr>
          <p:cNvSpPr>
            <a:spLocks noChangeArrowheads="1"/>
          </p:cNvSpPr>
          <p:nvPr/>
        </p:nvSpPr>
        <p:spPr bwMode="auto">
          <a:xfrm>
            <a:off x="6864350" y="895350"/>
            <a:ext cx="1874838" cy="858838"/>
          </a:xfrm>
          <a:prstGeom prst="ellipse">
            <a:avLst/>
          </a:prstGeom>
          <a:solidFill>
            <a:srgbClr val="000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29725" name="AutoShape 42">
            <a:extLst>
              <a:ext uri="{FF2B5EF4-FFF2-40B4-BE49-F238E27FC236}">
                <a16:creationId xmlns:a16="http://schemas.microsoft.com/office/drawing/2014/main" xmlns="" id="{5C9202D1-8F2E-21F4-AEC0-858B31A992E0}"/>
              </a:ext>
            </a:extLst>
          </p:cNvPr>
          <p:cNvSpPr>
            <a:spLocks noChangeArrowheads="1"/>
          </p:cNvSpPr>
          <p:nvPr/>
        </p:nvSpPr>
        <p:spPr bwMode="auto">
          <a:xfrm>
            <a:off x="6156325" y="1103313"/>
            <a:ext cx="2271713" cy="433387"/>
          </a:xfrm>
          <a:prstGeom prst="roundRect">
            <a:avLst>
              <a:gd name="adj" fmla="val 4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Number </a:t>
            </a:r>
            <a:r>
              <a:rPr lang="en-GB" altLang="en-US" sz="1600" b="1">
                <a:latin typeface="Times New Roman" panose="02020603050405020304" pitchFamily="18" charset="0"/>
              </a:rPr>
              <a:t>701466868</a:t>
            </a:r>
          </a:p>
        </p:txBody>
      </p:sp>
      <p:sp>
        <p:nvSpPr>
          <p:cNvPr id="44" name="Rectangle 2">
            <a:extLst>
              <a:ext uri="{FF2B5EF4-FFF2-40B4-BE49-F238E27FC236}">
                <a16:creationId xmlns:a16="http://schemas.microsoft.com/office/drawing/2014/main" xmlns="" id="{CD26E91C-5AA1-E440-00E4-7C0614593A02}"/>
              </a:ext>
            </a:extLst>
          </p:cNvPr>
          <p:cNvSpPr txBox="1">
            <a:spLocks noChangeArrowheads="1"/>
          </p:cNvSpPr>
          <p:nvPr/>
        </p:nvSpPr>
        <p:spPr bwMode="auto">
          <a:xfrm>
            <a:off x="674688" y="3159125"/>
            <a:ext cx="5102225" cy="825500"/>
          </a:xfrm>
          <a:prstGeom prst="rect">
            <a:avLst/>
          </a:prstGeom>
          <a:noFill/>
          <a:ln w="9525">
            <a:noFill/>
            <a:miter lim="800000"/>
            <a:headEnd/>
            <a:tailEnd/>
          </a:ln>
        </p:spPr>
        <p:txBody>
          <a:bodyPr>
            <a:spAutoFit/>
          </a:bodyPr>
          <a:lstStyle/>
          <a:p>
            <a:pPr marL="287338" indent="-287338">
              <a:lnSpc>
                <a:spcPct val="85000"/>
              </a:lnSpc>
              <a:spcBef>
                <a:spcPts val="700"/>
              </a:spcBef>
              <a:spcAft>
                <a:spcPct val="10000"/>
              </a:spcAft>
              <a:buClr>
                <a:schemeClr val="tx1"/>
              </a:buClr>
              <a:buFontTx/>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sz="2800" kern="0" dirty="0">
                <a:latin typeface="Arial" pitchFamily="34" charset="0"/>
              </a:rPr>
              <a:t>Check that location of the array for the key.</a:t>
            </a:r>
          </a:p>
        </p:txBody>
      </p:sp>
    </p:spTree>
  </p:cSld>
  <p:clrMapOvr>
    <a:masterClrMapping/>
  </p:clrMapOvr>
  <p:transition>
    <p:pull dir="l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a:extLst>
              <a:ext uri="{FF2B5EF4-FFF2-40B4-BE49-F238E27FC236}">
                <a16:creationId xmlns:a16="http://schemas.microsoft.com/office/drawing/2014/main" xmlns="" id="{CDA0FA04-8AA1-3BE1-9CC5-582396F1A7D1}"/>
              </a:ext>
            </a:extLst>
          </p:cNvPr>
          <p:cNvSpPr>
            <a:spLocks noGrp="1" noChangeArrowheads="1"/>
          </p:cNvSpPr>
          <p:nvPr>
            <p:ph type="title"/>
          </p:nvPr>
        </p:nvSpPr>
        <p:spPr/>
        <p:txBody>
          <a:bodyPr/>
          <a:lstStyle/>
          <a:p>
            <a:pPr eaLnBrk="1" hangingPunct="1"/>
            <a:r>
              <a:rPr lang="en-US" altLang="en-US"/>
              <a:t>Example</a:t>
            </a:r>
          </a:p>
        </p:txBody>
      </p:sp>
      <p:sp>
        <p:nvSpPr>
          <p:cNvPr id="27651" name="Rectangle 5">
            <a:extLst>
              <a:ext uri="{FF2B5EF4-FFF2-40B4-BE49-F238E27FC236}">
                <a16:creationId xmlns:a16="http://schemas.microsoft.com/office/drawing/2014/main" xmlns="" id="{903A2E4E-5D35-4C5D-8A0C-0F0DC10D26D2}"/>
              </a:ext>
            </a:extLst>
          </p:cNvPr>
          <p:cNvSpPr>
            <a:spLocks noChangeArrowheads="1"/>
          </p:cNvSpPr>
          <p:nvPr/>
        </p:nvSpPr>
        <p:spPr bwMode="auto">
          <a:xfrm>
            <a:off x="3800475" y="2316163"/>
            <a:ext cx="1222375" cy="1852612"/>
          </a:xfrm>
          <a:prstGeom prst="rect">
            <a:avLst/>
          </a:prstGeom>
          <a:solidFill>
            <a:srgbClr val="EAEAEA"/>
          </a:solidFill>
          <a:ln w="12700" algn="ctr">
            <a:solidFill>
              <a:schemeClr val="tx1"/>
            </a:solidFill>
            <a:miter lim="800000"/>
            <a:headEnd/>
            <a:tailEnd/>
          </a:ln>
        </p:spPr>
        <p:txBody>
          <a:bodyPr wrap="none" lIns="90000" tIns="46800" rIns="90000" bIns="46800"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FontTx/>
              <a:buNone/>
            </a:pPr>
            <a:r>
              <a:rPr lang="en-US" altLang="en-US" sz="1800" b="1">
                <a:solidFill>
                  <a:schemeClr val="bg2"/>
                </a:solidFill>
              </a:rPr>
              <a:t>H(X) = </a:t>
            </a:r>
          </a:p>
          <a:p>
            <a:pPr algn="ctr" eaLnBrk="1" hangingPunct="1">
              <a:lnSpc>
                <a:spcPct val="100000"/>
              </a:lnSpc>
              <a:spcBef>
                <a:spcPct val="0"/>
              </a:spcBef>
              <a:spcAft>
                <a:spcPct val="0"/>
              </a:spcAft>
              <a:buClrTx/>
              <a:buFontTx/>
              <a:buNone/>
            </a:pPr>
            <a:r>
              <a:rPr lang="en-US" altLang="en-US" sz="1800" b="1">
                <a:solidFill>
                  <a:schemeClr val="bg2"/>
                </a:solidFill>
              </a:rPr>
              <a:t>xmod 10</a:t>
            </a:r>
          </a:p>
        </p:txBody>
      </p:sp>
      <p:sp>
        <p:nvSpPr>
          <p:cNvPr id="27652" name="Line 16">
            <a:extLst>
              <a:ext uri="{FF2B5EF4-FFF2-40B4-BE49-F238E27FC236}">
                <a16:creationId xmlns:a16="http://schemas.microsoft.com/office/drawing/2014/main" xmlns="" id="{56D5D46D-51C7-E5FC-F5A3-C21FEC422ED1}"/>
              </a:ext>
            </a:extLst>
          </p:cNvPr>
          <p:cNvSpPr>
            <a:spLocks noChangeShapeType="1"/>
          </p:cNvSpPr>
          <p:nvPr/>
        </p:nvSpPr>
        <p:spPr bwMode="auto">
          <a:xfrm>
            <a:off x="5076825" y="3357563"/>
            <a:ext cx="719138"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en-US"/>
          </a:p>
        </p:txBody>
      </p:sp>
      <p:sp>
        <p:nvSpPr>
          <p:cNvPr id="27653" name="Line 17">
            <a:extLst>
              <a:ext uri="{FF2B5EF4-FFF2-40B4-BE49-F238E27FC236}">
                <a16:creationId xmlns:a16="http://schemas.microsoft.com/office/drawing/2014/main" xmlns="" id="{F6B4000D-F4BA-9A24-CEC1-9ADDC834AEA9}"/>
              </a:ext>
            </a:extLst>
          </p:cNvPr>
          <p:cNvSpPr>
            <a:spLocks noChangeShapeType="1"/>
          </p:cNvSpPr>
          <p:nvPr/>
        </p:nvSpPr>
        <p:spPr bwMode="auto">
          <a:xfrm>
            <a:off x="2419350" y="3392488"/>
            <a:ext cx="792163"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en-US"/>
          </a:p>
        </p:txBody>
      </p:sp>
      <p:sp>
        <p:nvSpPr>
          <p:cNvPr id="27654" name="Rectangle 18">
            <a:extLst>
              <a:ext uri="{FF2B5EF4-FFF2-40B4-BE49-F238E27FC236}">
                <a16:creationId xmlns:a16="http://schemas.microsoft.com/office/drawing/2014/main" xmlns="" id="{D734F9EA-88B4-FECA-7FC4-0309F77EEC3C}"/>
              </a:ext>
            </a:extLst>
          </p:cNvPr>
          <p:cNvSpPr>
            <a:spLocks noChangeArrowheads="1"/>
          </p:cNvSpPr>
          <p:nvPr/>
        </p:nvSpPr>
        <p:spPr bwMode="auto">
          <a:xfrm>
            <a:off x="755650" y="3860800"/>
            <a:ext cx="22336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prstDash val="dash"/>
                <a:miter lim="800000"/>
                <a:headEnd/>
                <a:tailEnd/>
              </a14:hiddenLine>
            </a:ext>
          </a:extLst>
        </p:spPr>
        <p:txBody>
          <a:bodyPr wrap="none" lIns="90000" tIns="46800" rIns="90000" bIns="46800"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FontTx/>
              <a:buNone/>
            </a:pPr>
            <a:r>
              <a:rPr lang="en-US" altLang="en-US" sz="1800" b="1"/>
              <a:t>40</a:t>
            </a:r>
            <a:endParaRPr lang="en-US" altLang="en-US" sz="1800"/>
          </a:p>
        </p:txBody>
      </p:sp>
      <p:sp>
        <p:nvSpPr>
          <p:cNvPr id="27655" name="Rectangle 19">
            <a:extLst>
              <a:ext uri="{FF2B5EF4-FFF2-40B4-BE49-F238E27FC236}">
                <a16:creationId xmlns:a16="http://schemas.microsoft.com/office/drawing/2014/main" xmlns="" id="{A5D264A0-397F-4989-99FF-4A88CE406E8B}"/>
              </a:ext>
            </a:extLst>
          </p:cNvPr>
          <p:cNvSpPr>
            <a:spLocks noChangeArrowheads="1"/>
          </p:cNvSpPr>
          <p:nvPr/>
        </p:nvSpPr>
        <p:spPr bwMode="auto">
          <a:xfrm>
            <a:off x="755650" y="3429000"/>
            <a:ext cx="22336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prstDash val="dash"/>
                <a:miter lim="800000"/>
                <a:headEnd/>
                <a:tailEnd/>
              </a14:hiddenLine>
            </a:ext>
          </a:extLst>
        </p:spPr>
        <p:txBody>
          <a:bodyPr wrap="none" lIns="90000" tIns="46800" rIns="90000" bIns="46800"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FontTx/>
              <a:buNone/>
            </a:pPr>
            <a:r>
              <a:rPr lang="en-US" altLang="en-US" sz="1800" b="1"/>
              <a:t>30</a:t>
            </a:r>
            <a:endParaRPr lang="en-US" altLang="en-US" sz="1800"/>
          </a:p>
        </p:txBody>
      </p:sp>
      <p:sp>
        <p:nvSpPr>
          <p:cNvPr id="27656" name="Rectangle 20">
            <a:extLst>
              <a:ext uri="{FF2B5EF4-FFF2-40B4-BE49-F238E27FC236}">
                <a16:creationId xmlns:a16="http://schemas.microsoft.com/office/drawing/2014/main" xmlns="" id="{6E4B7B60-8637-1659-1D28-CF60B3A4608C}"/>
              </a:ext>
            </a:extLst>
          </p:cNvPr>
          <p:cNvSpPr>
            <a:spLocks noChangeArrowheads="1"/>
          </p:cNvSpPr>
          <p:nvPr/>
        </p:nvSpPr>
        <p:spPr bwMode="auto">
          <a:xfrm>
            <a:off x="755650" y="2997200"/>
            <a:ext cx="22336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prstDash val="dash"/>
                <a:miter lim="800000"/>
                <a:headEnd/>
                <a:tailEnd/>
              </a14:hiddenLine>
            </a:ext>
          </a:extLst>
        </p:spPr>
        <p:txBody>
          <a:bodyPr wrap="none" lIns="90000" tIns="46800" rIns="90000" bIns="46800"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FontTx/>
              <a:buNone/>
            </a:pPr>
            <a:r>
              <a:rPr lang="en-US" altLang="en-US" sz="1800" b="1"/>
              <a:t>20</a:t>
            </a:r>
            <a:endParaRPr lang="en-US" altLang="en-US" sz="1800"/>
          </a:p>
        </p:txBody>
      </p:sp>
      <p:sp>
        <p:nvSpPr>
          <p:cNvPr id="27657" name="Rectangle 21">
            <a:extLst>
              <a:ext uri="{FF2B5EF4-FFF2-40B4-BE49-F238E27FC236}">
                <a16:creationId xmlns:a16="http://schemas.microsoft.com/office/drawing/2014/main" xmlns="" id="{87AA4573-2B9B-3098-E9E7-995E604353A8}"/>
              </a:ext>
            </a:extLst>
          </p:cNvPr>
          <p:cNvSpPr>
            <a:spLocks noChangeArrowheads="1"/>
          </p:cNvSpPr>
          <p:nvPr/>
        </p:nvSpPr>
        <p:spPr bwMode="auto">
          <a:xfrm>
            <a:off x="755650" y="2565400"/>
            <a:ext cx="22336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prstDash val="dash"/>
                <a:miter lim="800000"/>
                <a:headEnd/>
                <a:tailEnd/>
              </a14:hiddenLine>
            </a:ext>
          </a:extLst>
        </p:spPr>
        <p:txBody>
          <a:bodyPr wrap="none" lIns="90000" tIns="46800" rIns="90000" bIns="46800"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FontTx/>
              <a:buNone/>
            </a:pPr>
            <a:r>
              <a:rPr lang="en-US" altLang="en-US" sz="1800" b="1"/>
              <a:t>10</a:t>
            </a:r>
            <a:endParaRPr lang="en-US" altLang="en-US" sz="1800"/>
          </a:p>
        </p:txBody>
      </p:sp>
      <p:sp>
        <p:nvSpPr>
          <p:cNvPr id="27658" name="Text Box 22">
            <a:extLst>
              <a:ext uri="{FF2B5EF4-FFF2-40B4-BE49-F238E27FC236}">
                <a16:creationId xmlns:a16="http://schemas.microsoft.com/office/drawing/2014/main" xmlns="" id="{FB66817C-3584-693C-F2C2-4771A79ABF7C}"/>
              </a:ext>
            </a:extLst>
          </p:cNvPr>
          <p:cNvSpPr txBox="1">
            <a:spLocks noChangeArrowheads="1"/>
          </p:cNvSpPr>
          <p:nvPr/>
        </p:nvSpPr>
        <p:spPr bwMode="auto">
          <a:xfrm>
            <a:off x="1457325" y="2205038"/>
            <a:ext cx="7778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b="1"/>
              <a:t>Items</a:t>
            </a:r>
          </a:p>
        </p:txBody>
      </p:sp>
      <p:sp>
        <p:nvSpPr>
          <p:cNvPr id="27659" name="Text Box 23">
            <a:extLst>
              <a:ext uri="{FF2B5EF4-FFF2-40B4-BE49-F238E27FC236}">
                <a16:creationId xmlns:a16="http://schemas.microsoft.com/office/drawing/2014/main" xmlns="" id="{5EC757BC-65A4-8430-8112-21E1E05C9F82}"/>
              </a:ext>
            </a:extLst>
          </p:cNvPr>
          <p:cNvSpPr txBox="1">
            <a:spLocks noChangeArrowheads="1"/>
          </p:cNvSpPr>
          <p:nvPr/>
        </p:nvSpPr>
        <p:spPr bwMode="auto">
          <a:xfrm>
            <a:off x="7019925" y="987425"/>
            <a:ext cx="8032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b="1"/>
              <a:t>Hash </a:t>
            </a:r>
          </a:p>
          <a:p>
            <a:pPr eaLnBrk="1" hangingPunct="1">
              <a:lnSpc>
                <a:spcPct val="100000"/>
              </a:lnSpc>
              <a:spcBef>
                <a:spcPct val="0"/>
              </a:spcBef>
              <a:spcAft>
                <a:spcPct val="0"/>
              </a:spcAft>
              <a:buClrTx/>
              <a:buFontTx/>
              <a:buNone/>
            </a:pPr>
            <a:r>
              <a:rPr lang="en-US" altLang="en-US" sz="1800" b="1"/>
              <a:t>Table</a:t>
            </a:r>
          </a:p>
        </p:txBody>
      </p:sp>
      <p:sp>
        <p:nvSpPr>
          <p:cNvPr id="27660" name="Text Box 24">
            <a:extLst>
              <a:ext uri="{FF2B5EF4-FFF2-40B4-BE49-F238E27FC236}">
                <a16:creationId xmlns:a16="http://schemas.microsoft.com/office/drawing/2014/main" xmlns="" id="{CD34CA60-DBFB-F405-1D54-88A1B0960753}"/>
              </a:ext>
            </a:extLst>
          </p:cNvPr>
          <p:cNvSpPr txBox="1">
            <a:spLocks noChangeArrowheads="1"/>
          </p:cNvSpPr>
          <p:nvPr/>
        </p:nvSpPr>
        <p:spPr bwMode="auto">
          <a:xfrm>
            <a:off x="5508625" y="1981200"/>
            <a:ext cx="5365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a:t>key</a:t>
            </a:r>
          </a:p>
        </p:txBody>
      </p:sp>
      <p:sp>
        <p:nvSpPr>
          <p:cNvPr id="27661" name="Rectangle 36">
            <a:extLst>
              <a:ext uri="{FF2B5EF4-FFF2-40B4-BE49-F238E27FC236}">
                <a16:creationId xmlns:a16="http://schemas.microsoft.com/office/drawing/2014/main" xmlns="" id="{1C873D19-6365-6D82-B6DF-599338AC17A6}"/>
              </a:ext>
            </a:extLst>
          </p:cNvPr>
          <p:cNvSpPr>
            <a:spLocks noChangeArrowheads="1"/>
          </p:cNvSpPr>
          <p:nvPr/>
        </p:nvSpPr>
        <p:spPr bwMode="auto">
          <a:xfrm>
            <a:off x="6299200" y="4868863"/>
            <a:ext cx="2233613" cy="360362"/>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eaLnBrk="1" hangingPunct="1"/>
            <a:endParaRPr lang="tr-TR" altLang="en-US">
              <a:solidFill>
                <a:schemeClr val="bg2"/>
              </a:solidFill>
            </a:endParaRPr>
          </a:p>
        </p:txBody>
      </p:sp>
      <p:sp>
        <p:nvSpPr>
          <p:cNvPr id="27662" name="Rectangle 37">
            <a:extLst>
              <a:ext uri="{FF2B5EF4-FFF2-40B4-BE49-F238E27FC236}">
                <a16:creationId xmlns:a16="http://schemas.microsoft.com/office/drawing/2014/main" xmlns="" id="{A281294B-A2F9-0681-5501-53DC9D29CB4A}"/>
              </a:ext>
            </a:extLst>
          </p:cNvPr>
          <p:cNvSpPr>
            <a:spLocks noChangeArrowheads="1"/>
          </p:cNvSpPr>
          <p:nvPr/>
        </p:nvSpPr>
        <p:spPr bwMode="auto">
          <a:xfrm>
            <a:off x="6299200" y="4508500"/>
            <a:ext cx="2233613" cy="360363"/>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eaLnBrk="1" hangingPunct="1"/>
            <a:endParaRPr lang="tr-TR" altLang="en-US">
              <a:solidFill>
                <a:schemeClr val="bg2"/>
              </a:solidFill>
            </a:endParaRPr>
          </a:p>
        </p:txBody>
      </p:sp>
      <p:sp>
        <p:nvSpPr>
          <p:cNvPr id="27663" name="Text Box 38">
            <a:extLst>
              <a:ext uri="{FF2B5EF4-FFF2-40B4-BE49-F238E27FC236}">
                <a16:creationId xmlns:a16="http://schemas.microsoft.com/office/drawing/2014/main" xmlns="" id="{01018BDB-2B3A-94FF-9A6B-89E416548C4A}"/>
              </a:ext>
            </a:extLst>
          </p:cNvPr>
          <p:cNvSpPr txBox="1">
            <a:spLocks noChangeArrowheads="1"/>
          </p:cNvSpPr>
          <p:nvPr/>
        </p:nvSpPr>
        <p:spPr bwMode="auto">
          <a:xfrm>
            <a:off x="6011863" y="1628775"/>
            <a:ext cx="3079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a:t>0</a:t>
            </a:r>
          </a:p>
        </p:txBody>
      </p:sp>
      <p:sp>
        <p:nvSpPr>
          <p:cNvPr id="27664" name="Text Box 39">
            <a:extLst>
              <a:ext uri="{FF2B5EF4-FFF2-40B4-BE49-F238E27FC236}">
                <a16:creationId xmlns:a16="http://schemas.microsoft.com/office/drawing/2014/main" xmlns="" id="{F368A349-3682-3DBB-0470-F003992096B6}"/>
              </a:ext>
            </a:extLst>
          </p:cNvPr>
          <p:cNvSpPr txBox="1">
            <a:spLocks noChangeArrowheads="1"/>
          </p:cNvSpPr>
          <p:nvPr/>
        </p:nvSpPr>
        <p:spPr bwMode="auto">
          <a:xfrm>
            <a:off x="6011863" y="1982788"/>
            <a:ext cx="3079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a:t>1</a:t>
            </a:r>
          </a:p>
        </p:txBody>
      </p:sp>
      <p:sp>
        <p:nvSpPr>
          <p:cNvPr id="27665" name="Text Box 40">
            <a:extLst>
              <a:ext uri="{FF2B5EF4-FFF2-40B4-BE49-F238E27FC236}">
                <a16:creationId xmlns:a16="http://schemas.microsoft.com/office/drawing/2014/main" xmlns="" id="{0F586EE9-A33E-6F26-5674-F183ACCB6202}"/>
              </a:ext>
            </a:extLst>
          </p:cNvPr>
          <p:cNvSpPr txBox="1">
            <a:spLocks noChangeArrowheads="1"/>
          </p:cNvSpPr>
          <p:nvPr/>
        </p:nvSpPr>
        <p:spPr bwMode="auto">
          <a:xfrm>
            <a:off x="6011863" y="2341563"/>
            <a:ext cx="3079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a:t>2</a:t>
            </a:r>
          </a:p>
        </p:txBody>
      </p:sp>
      <p:sp>
        <p:nvSpPr>
          <p:cNvPr id="27666" name="Text Box 41">
            <a:extLst>
              <a:ext uri="{FF2B5EF4-FFF2-40B4-BE49-F238E27FC236}">
                <a16:creationId xmlns:a16="http://schemas.microsoft.com/office/drawing/2014/main" xmlns="" id="{86372D5B-8C5B-6D36-5D19-A49C6DDB8638}"/>
              </a:ext>
            </a:extLst>
          </p:cNvPr>
          <p:cNvSpPr txBox="1">
            <a:spLocks noChangeArrowheads="1"/>
          </p:cNvSpPr>
          <p:nvPr/>
        </p:nvSpPr>
        <p:spPr bwMode="auto">
          <a:xfrm>
            <a:off x="6011863" y="2701925"/>
            <a:ext cx="3079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a:t>3</a:t>
            </a:r>
          </a:p>
        </p:txBody>
      </p:sp>
      <p:sp>
        <p:nvSpPr>
          <p:cNvPr id="27667" name="Text Box 42">
            <a:extLst>
              <a:ext uri="{FF2B5EF4-FFF2-40B4-BE49-F238E27FC236}">
                <a16:creationId xmlns:a16="http://schemas.microsoft.com/office/drawing/2014/main" xmlns="" id="{34BAB0A7-1998-B470-8509-BD8B86B87024}"/>
              </a:ext>
            </a:extLst>
          </p:cNvPr>
          <p:cNvSpPr txBox="1">
            <a:spLocks noChangeArrowheads="1"/>
          </p:cNvSpPr>
          <p:nvPr/>
        </p:nvSpPr>
        <p:spPr bwMode="auto">
          <a:xfrm>
            <a:off x="6011863" y="3068638"/>
            <a:ext cx="3079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a:t>4</a:t>
            </a:r>
          </a:p>
        </p:txBody>
      </p:sp>
      <p:sp>
        <p:nvSpPr>
          <p:cNvPr id="27668" name="Text Box 43">
            <a:extLst>
              <a:ext uri="{FF2B5EF4-FFF2-40B4-BE49-F238E27FC236}">
                <a16:creationId xmlns:a16="http://schemas.microsoft.com/office/drawing/2014/main" xmlns="" id="{4B7B806C-4475-6AAD-ED16-5DF9E499BB48}"/>
              </a:ext>
            </a:extLst>
          </p:cNvPr>
          <p:cNvSpPr txBox="1">
            <a:spLocks noChangeArrowheads="1"/>
          </p:cNvSpPr>
          <p:nvPr/>
        </p:nvSpPr>
        <p:spPr bwMode="auto">
          <a:xfrm>
            <a:off x="6030913" y="3422650"/>
            <a:ext cx="3079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a:t>5</a:t>
            </a:r>
          </a:p>
        </p:txBody>
      </p:sp>
      <p:sp>
        <p:nvSpPr>
          <p:cNvPr id="27669" name="Text Box 44">
            <a:extLst>
              <a:ext uri="{FF2B5EF4-FFF2-40B4-BE49-F238E27FC236}">
                <a16:creationId xmlns:a16="http://schemas.microsoft.com/office/drawing/2014/main" xmlns="" id="{C2D8EB35-9C08-369D-F7CE-4C71DA412EAA}"/>
              </a:ext>
            </a:extLst>
          </p:cNvPr>
          <p:cNvSpPr txBox="1">
            <a:spLocks noChangeArrowheads="1"/>
          </p:cNvSpPr>
          <p:nvPr/>
        </p:nvSpPr>
        <p:spPr bwMode="auto">
          <a:xfrm>
            <a:off x="6030913" y="3781425"/>
            <a:ext cx="3079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a:t>6</a:t>
            </a:r>
          </a:p>
        </p:txBody>
      </p:sp>
      <p:sp>
        <p:nvSpPr>
          <p:cNvPr id="27670" name="Text Box 45">
            <a:extLst>
              <a:ext uri="{FF2B5EF4-FFF2-40B4-BE49-F238E27FC236}">
                <a16:creationId xmlns:a16="http://schemas.microsoft.com/office/drawing/2014/main" xmlns="" id="{4DFAF0ED-E585-23FC-0883-FBFCEB2BDD85}"/>
              </a:ext>
            </a:extLst>
          </p:cNvPr>
          <p:cNvSpPr txBox="1">
            <a:spLocks noChangeArrowheads="1"/>
          </p:cNvSpPr>
          <p:nvPr/>
        </p:nvSpPr>
        <p:spPr bwMode="auto">
          <a:xfrm>
            <a:off x="6030913" y="4141788"/>
            <a:ext cx="3079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a:t>7</a:t>
            </a:r>
          </a:p>
        </p:txBody>
      </p:sp>
      <p:sp>
        <p:nvSpPr>
          <p:cNvPr id="27671" name="Text Box 46">
            <a:extLst>
              <a:ext uri="{FF2B5EF4-FFF2-40B4-BE49-F238E27FC236}">
                <a16:creationId xmlns:a16="http://schemas.microsoft.com/office/drawing/2014/main" xmlns="" id="{5B3038C7-94D7-C3CD-8340-1F180115949A}"/>
              </a:ext>
            </a:extLst>
          </p:cNvPr>
          <p:cNvSpPr txBox="1">
            <a:spLocks noChangeArrowheads="1"/>
          </p:cNvSpPr>
          <p:nvPr/>
        </p:nvSpPr>
        <p:spPr bwMode="auto">
          <a:xfrm>
            <a:off x="6011863" y="4502150"/>
            <a:ext cx="3079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a:t>8</a:t>
            </a:r>
          </a:p>
        </p:txBody>
      </p:sp>
      <p:sp>
        <p:nvSpPr>
          <p:cNvPr id="27672" name="Text Box 47">
            <a:extLst>
              <a:ext uri="{FF2B5EF4-FFF2-40B4-BE49-F238E27FC236}">
                <a16:creationId xmlns:a16="http://schemas.microsoft.com/office/drawing/2014/main" xmlns="" id="{11A2ACDB-B7E3-B402-8F38-B2648AE3CC40}"/>
              </a:ext>
            </a:extLst>
          </p:cNvPr>
          <p:cNvSpPr txBox="1">
            <a:spLocks noChangeArrowheads="1"/>
          </p:cNvSpPr>
          <p:nvPr/>
        </p:nvSpPr>
        <p:spPr bwMode="auto">
          <a:xfrm>
            <a:off x="6011863" y="4868863"/>
            <a:ext cx="3079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r>
              <a:rPr lang="en-US" altLang="en-US" sz="1800"/>
              <a:t>9</a:t>
            </a:r>
          </a:p>
        </p:txBody>
      </p:sp>
      <p:sp>
        <p:nvSpPr>
          <p:cNvPr id="27673" name="Rectangle 48">
            <a:extLst>
              <a:ext uri="{FF2B5EF4-FFF2-40B4-BE49-F238E27FC236}">
                <a16:creationId xmlns:a16="http://schemas.microsoft.com/office/drawing/2014/main" xmlns="" id="{FB6BB726-8A24-2824-8D9F-3BA36B9E11D6}"/>
              </a:ext>
            </a:extLst>
          </p:cNvPr>
          <p:cNvSpPr>
            <a:spLocks noChangeArrowheads="1"/>
          </p:cNvSpPr>
          <p:nvPr/>
        </p:nvSpPr>
        <p:spPr bwMode="auto">
          <a:xfrm>
            <a:off x="6299200" y="4149725"/>
            <a:ext cx="2233613" cy="360363"/>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eaLnBrk="1" hangingPunct="1"/>
            <a:endParaRPr lang="en-US" altLang="en-US">
              <a:latin typeface="Arial" panose="020B0604020202020204" pitchFamily="34" charset="0"/>
            </a:endParaRPr>
          </a:p>
        </p:txBody>
      </p:sp>
      <p:sp>
        <p:nvSpPr>
          <p:cNvPr id="27674" name="Rectangle 49">
            <a:extLst>
              <a:ext uri="{FF2B5EF4-FFF2-40B4-BE49-F238E27FC236}">
                <a16:creationId xmlns:a16="http://schemas.microsoft.com/office/drawing/2014/main" xmlns="" id="{7CA448AA-2AD6-FE62-63CE-0F09E9BBCC42}"/>
              </a:ext>
            </a:extLst>
          </p:cNvPr>
          <p:cNvSpPr>
            <a:spLocks noChangeArrowheads="1"/>
          </p:cNvSpPr>
          <p:nvPr/>
        </p:nvSpPr>
        <p:spPr bwMode="auto">
          <a:xfrm>
            <a:off x="6299200" y="3789363"/>
            <a:ext cx="2233613" cy="360362"/>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eaLnBrk="1" hangingPunct="1"/>
            <a:endParaRPr lang="en-US" altLang="en-US">
              <a:solidFill>
                <a:schemeClr val="bg2"/>
              </a:solidFill>
              <a:latin typeface="Arial" panose="020B0604020202020204" pitchFamily="34" charset="0"/>
            </a:endParaRPr>
          </a:p>
        </p:txBody>
      </p:sp>
      <p:sp>
        <p:nvSpPr>
          <p:cNvPr id="27675" name="Rectangle 50">
            <a:extLst>
              <a:ext uri="{FF2B5EF4-FFF2-40B4-BE49-F238E27FC236}">
                <a16:creationId xmlns:a16="http://schemas.microsoft.com/office/drawing/2014/main" xmlns="" id="{14A9436A-A061-72CE-8461-636CF8908836}"/>
              </a:ext>
            </a:extLst>
          </p:cNvPr>
          <p:cNvSpPr>
            <a:spLocks noChangeArrowheads="1"/>
          </p:cNvSpPr>
          <p:nvPr/>
        </p:nvSpPr>
        <p:spPr bwMode="auto">
          <a:xfrm>
            <a:off x="6299200" y="3427413"/>
            <a:ext cx="2233613" cy="360362"/>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eaLnBrk="1" hangingPunct="1"/>
            <a:endParaRPr lang="tr-TR" altLang="en-US">
              <a:solidFill>
                <a:schemeClr val="bg2"/>
              </a:solidFill>
            </a:endParaRPr>
          </a:p>
        </p:txBody>
      </p:sp>
      <p:sp>
        <p:nvSpPr>
          <p:cNvPr id="27676" name="Rectangle 51">
            <a:extLst>
              <a:ext uri="{FF2B5EF4-FFF2-40B4-BE49-F238E27FC236}">
                <a16:creationId xmlns:a16="http://schemas.microsoft.com/office/drawing/2014/main" xmlns="" id="{76F84A17-85A4-B4D5-27BB-86FF18BB5C2A}"/>
              </a:ext>
            </a:extLst>
          </p:cNvPr>
          <p:cNvSpPr>
            <a:spLocks noChangeArrowheads="1"/>
          </p:cNvSpPr>
          <p:nvPr/>
        </p:nvSpPr>
        <p:spPr bwMode="auto">
          <a:xfrm>
            <a:off x="6299200" y="3068638"/>
            <a:ext cx="2233613" cy="360362"/>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eaLnBrk="1" hangingPunct="1"/>
            <a:endParaRPr lang="en-US" altLang="en-US">
              <a:latin typeface="Arial" panose="020B0604020202020204" pitchFamily="34" charset="0"/>
            </a:endParaRPr>
          </a:p>
        </p:txBody>
      </p:sp>
      <p:sp>
        <p:nvSpPr>
          <p:cNvPr id="27677" name="Rectangle 52">
            <a:extLst>
              <a:ext uri="{FF2B5EF4-FFF2-40B4-BE49-F238E27FC236}">
                <a16:creationId xmlns:a16="http://schemas.microsoft.com/office/drawing/2014/main" xmlns="" id="{4A327FDA-CA9A-CAAB-08FF-3F7748BB749F}"/>
              </a:ext>
            </a:extLst>
          </p:cNvPr>
          <p:cNvSpPr>
            <a:spLocks noChangeArrowheads="1"/>
          </p:cNvSpPr>
          <p:nvPr/>
        </p:nvSpPr>
        <p:spPr bwMode="auto">
          <a:xfrm>
            <a:off x="6299200" y="2708275"/>
            <a:ext cx="2233613" cy="360363"/>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eaLnBrk="1" hangingPunct="1"/>
            <a:endParaRPr lang="en-US" altLang="en-US">
              <a:solidFill>
                <a:schemeClr val="bg2"/>
              </a:solidFill>
              <a:latin typeface="Arial" panose="020B0604020202020204" pitchFamily="34" charset="0"/>
            </a:endParaRPr>
          </a:p>
        </p:txBody>
      </p:sp>
      <p:sp>
        <p:nvSpPr>
          <p:cNvPr id="27678" name="Rectangle 53">
            <a:extLst>
              <a:ext uri="{FF2B5EF4-FFF2-40B4-BE49-F238E27FC236}">
                <a16:creationId xmlns:a16="http://schemas.microsoft.com/office/drawing/2014/main" xmlns="" id="{1C841FCB-24EA-1AAE-DD73-407683557CA3}"/>
              </a:ext>
            </a:extLst>
          </p:cNvPr>
          <p:cNvSpPr>
            <a:spLocks noChangeArrowheads="1"/>
          </p:cNvSpPr>
          <p:nvPr/>
        </p:nvSpPr>
        <p:spPr bwMode="auto">
          <a:xfrm>
            <a:off x="6299200" y="2347913"/>
            <a:ext cx="2233613" cy="360362"/>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eaLnBrk="1" hangingPunct="1"/>
            <a:endParaRPr lang="tr-TR" altLang="en-US">
              <a:solidFill>
                <a:schemeClr val="bg2"/>
              </a:solidFill>
            </a:endParaRPr>
          </a:p>
        </p:txBody>
      </p:sp>
      <p:sp>
        <p:nvSpPr>
          <p:cNvPr id="27679" name="Rectangle 54">
            <a:extLst>
              <a:ext uri="{FF2B5EF4-FFF2-40B4-BE49-F238E27FC236}">
                <a16:creationId xmlns:a16="http://schemas.microsoft.com/office/drawing/2014/main" xmlns="" id="{DC64F768-2AB0-226A-2108-0259C07A56B1}"/>
              </a:ext>
            </a:extLst>
          </p:cNvPr>
          <p:cNvSpPr>
            <a:spLocks noChangeArrowheads="1"/>
          </p:cNvSpPr>
          <p:nvPr/>
        </p:nvSpPr>
        <p:spPr bwMode="auto">
          <a:xfrm>
            <a:off x="6299200" y="1989138"/>
            <a:ext cx="2233613" cy="360362"/>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eaLnBrk="1" hangingPunct="1"/>
            <a:endParaRPr lang="tr-TR" altLang="en-US">
              <a:solidFill>
                <a:schemeClr val="bg2"/>
              </a:solidFill>
            </a:endParaRPr>
          </a:p>
        </p:txBody>
      </p:sp>
      <p:sp>
        <p:nvSpPr>
          <p:cNvPr id="27680" name="Rectangle 55">
            <a:extLst>
              <a:ext uri="{FF2B5EF4-FFF2-40B4-BE49-F238E27FC236}">
                <a16:creationId xmlns:a16="http://schemas.microsoft.com/office/drawing/2014/main" xmlns="" id="{4DA33B3F-A396-7641-C428-4ADE7C49DE6B}"/>
              </a:ext>
            </a:extLst>
          </p:cNvPr>
          <p:cNvSpPr>
            <a:spLocks noChangeArrowheads="1"/>
          </p:cNvSpPr>
          <p:nvPr/>
        </p:nvSpPr>
        <p:spPr bwMode="auto">
          <a:xfrm>
            <a:off x="6299200" y="1628775"/>
            <a:ext cx="2233613" cy="360363"/>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eaLnBrk="1" hangingPunct="1"/>
            <a:endParaRPr lang="tr-TR" altLang="en-US">
              <a:solidFill>
                <a:schemeClr val="bg2"/>
              </a:solidFill>
            </a:endParaRPr>
          </a:p>
        </p:txBody>
      </p:sp>
      <p:sp>
        <p:nvSpPr>
          <p:cNvPr id="27681" name="Rectangle 18">
            <a:extLst>
              <a:ext uri="{FF2B5EF4-FFF2-40B4-BE49-F238E27FC236}">
                <a16:creationId xmlns:a16="http://schemas.microsoft.com/office/drawing/2014/main" xmlns="" id="{AEBCD8A1-6875-E38F-2C48-5B1D8EC8B281}"/>
              </a:ext>
            </a:extLst>
          </p:cNvPr>
          <p:cNvSpPr>
            <a:spLocks noChangeArrowheads="1"/>
          </p:cNvSpPr>
          <p:nvPr/>
        </p:nvSpPr>
        <p:spPr bwMode="auto">
          <a:xfrm>
            <a:off x="3343275" y="5449888"/>
            <a:ext cx="2233613"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prstDash val="dash"/>
                <a:miter lim="800000"/>
                <a:headEnd/>
                <a:tailEnd/>
              </a14:hiddenLine>
            </a:ext>
          </a:extLst>
        </p:spPr>
        <p:txBody>
          <a:bodyPr wrap="none" lIns="90000" tIns="46800" rIns="90000" bIns="46800"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FontTx/>
              <a:buNone/>
            </a:pPr>
            <a:r>
              <a:rPr lang="en-US" altLang="en-US" sz="1800" b="1"/>
              <a:t>Hi(X) = (x + f(i)) mod 10</a:t>
            </a:r>
            <a:endParaRPr lang="en-US" altLang="en-US" sz="1800"/>
          </a:p>
        </p:txBody>
      </p:sp>
      <p:sp>
        <p:nvSpPr>
          <p:cNvPr id="27682" name="Rectangle 19">
            <a:extLst>
              <a:ext uri="{FF2B5EF4-FFF2-40B4-BE49-F238E27FC236}">
                <a16:creationId xmlns:a16="http://schemas.microsoft.com/office/drawing/2014/main" xmlns="" id="{37FB09BA-8366-40A2-0AD9-2B041E94C1BA}"/>
              </a:ext>
            </a:extLst>
          </p:cNvPr>
          <p:cNvSpPr>
            <a:spLocks noChangeArrowheads="1"/>
          </p:cNvSpPr>
          <p:nvPr/>
        </p:nvSpPr>
        <p:spPr bwMode="auto">
          <a:xfrm>
            <a:off x="754063" y="4294188"/>
            <a:ext cx="2233612"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prstDash val="dash"/>
                <a:miter lim="800000"/>
                <a:headEnd/>
                <a:tailEnd/>
              </a14:hiddenLine>
            </a:ext>
          </a:extLst>
        </p:spPr>
        <p:txBody>
          <a:bodyPr wrap="none" lIns="90000" tIns="46800" rIns="90000" bIns="46800"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FontTx/>
              <a:buNone/>
            </a:pPr>
            <a:r>
              <a:rPr lang="en-US" altLang="en-US" sz="1800" b="1"/>
              <a:t>50</a:t>
            </a:r>
            <a:endParaRPr lang="en-US" altLang="en-US" sz="1800"/>
          </a:p>
        </p:txBody>
      </p:sp>
      <p:sp>
        <p:nvSpPr>
          <p:cNvPr id="27683" name="Rectangle 18">
            <a:extLst>
              <a:ext uri="{FF2B5EF4-FFF2-40B4-BE49-F238E27FC236}">
                <a16:creationId xmlns:a16="http://schemas.microsoft.com/office/drawing/2014/main" xmlns="" id="{A2739076-C4C0-D33E-68CA-3A755FE90D7F}"/>
              </a:ext>
            </a:extLst>
          </p:cNvPr>
          <p:cNvSpPr>
            <a:spLocks noChangeArrowheads="1"/>
          </p:cNvSpPr>
          <p:nvPr/>
        </p:nvSpPr>
        <p:spPr bwMode="auto">
          <a:xfrm>
            <a:off x="728663" y="4711700"/>
            <a:ext cx="2233612"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prstDash val="dash"/>
                <a:miter lim="800000"/>
                <a:headEnd/>
                <a:tailEnd/>
              </a14:hiddenLine>
            </a:ext>
          </a:extLst>
        </p:spPr>
        <p:txBody>
          <a:bodyPr wrap="none" lIns="90000" tIns="46800" rIns="90000" bIns="46800"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FontTx/>
              <a:buNone/>
            </a:pPr>
            <a:r>
              <a:rPr lang="en-US" altLang="en-US" sz="1800" b="1"/>
              <a:t>60</a:t>
            </a:r>
            <a:endParaRPr lang="en-US" altLang="en-US" sz="1800"/>
          </a:p>
        </p:txBody>
      </p:sp>
      <p:sp>
        <p:nvSpPr>
          <p:cNvPr id="27684" name="Rectangle 18">
            <a:extLst>
              <a:ext uri="{FF2B5EF4-FFF2-40B4-BE49-F238E27FC236}">
                <a16:creationId xmlns:a16="http://schemas.microsoft.com/office/drawing/2014/main" xmlns="" id="{9D7F9647-1AD7-D75E-E2B3-A2779115222B}"/>
              </a:ext>
            </a:extLst>
          </p:cNvPr>
          <p:cNvSpPr>
            <a:spLocks noChangeArrowheads="1"/>
          </p:cNvSpPr>
          <p:nvPr/>
        </p:nvSpPr>
        <p:spPr bwMode="auto">
          <a:xfrm>
            <a:off x="762000" y="5102225"/>
            <a:ext cx="22336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prstDash val="dash"/>
                <a:miter lim="800000"/>
                <a:headEnd/>
                <a:tailEnd/>
              </a14:hiddenLine>
            </a:ext>
          </a:extLst>
        </p:spPr>
        <p:txBody>
          <a:bodyPr wrap="none" lIns="90000" tIns="46800" rIns="90000" bIns="46800"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FontTx/>
              <a:buNone/>
            </a:pPr>
            <a:r>
              <a:rPr lang="en-US" altLang="en-US" sz="1800" b="1"/>
              <a:t>70</a:t>
            </a:r>
            <a:endParaRPr lang="en-US" altLang="en-US" sz="1800"/>
          </a:p>
        </p:txBody>
      </p:sp>
      <p:sp>
        <p:nvSpPr>
          <p:cNvPr id="27685" name="Rectangle 18">
            <a:extLst>
              <a:ext uri="{FF2B5EF4-FFF2-40B4-BE49-F238E27FC236}">
                <a16:creationId xmlns:a16="http://schemas.microsoft.com/office/drawing/2014/main" xmlns="" id="{A53B8893-5F6C-EEA1-C731-B8BFB4A56FB7}"/>
              </a:ext>
            </a:extLst>
          </p:cNvPr>
          <p:cNvSpPr>
            <a:spLocks noChangeArrowheads="1"/>
          </p:cNvSpPr>
          <p:nvPr/>
        </p:nvSpPr>
        <p:spPr bwMode="auto">
          <a:xfrm>
            <a:off x="3352800" y="5970588"/>
            <a:ext cx="2233613"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prstDash val="dash"/>
                <a:miter lim="800000"/>
                <a:headEnd/>
                <a:tailEnd/>
              </a14:hiddenLine>
            </a:ext>
          </a:extLst>
        </p:spPr>
        <p:txBody>
          <a:bodyPr wrap="none" lIns="90000" tIns="46800" rIns="90000" bIns="46800"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FontTx/>
              <a:buNone/>
            </a:pPr>
            <a:r>
              <a:rPr lang="en-US" altLang="en-US" sz="1800" b="1"/>
              <a:t>f is a linear function</a:t>
            </a:r>
            <a:endParaRPr lang="en-US" altLang="en-US" sz="18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
            <a:extLst>
              <a:ext uri="{FF2B5EF4-FFF2-40B4-BE49-F238E27FC236}">
                <a16:creationId xmlns:a16="http://schemas.microsoft.com/office/drawing/2014/main" xmlns="" id="{66D15279-4C4D-2607-9236-5866F36B96F0}"/>
              </a:ext>
            </a:extLst>
          </p:cNvPr>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t>Searching for a Key</a:t>
            </a:r>
          </a:p>
        </p:txBody>
      </p:sp>
      <p:sp>
        <p:nvSpPr>
          <p:cNvPr id="31747" name="Rectangle 2">
            <a:extLst>
              <a:ext uri="{FF2B5EF4-FFF2-40B4-BE49-F238E27FC236}">
                <a16:creationId xmlns:a16="http://schemas.microsoft.com/office/drawing/2014/main" xmlns="" id="{E1D52879-3E71-2C5A-3F5A-C2C9720C7858}"/>
              </a:ext>
            </a:extLst>
          </p:cNvPr>
          <p:cNvSpPr>
            <a:spLocks noGrp="1" noChangeArrowheads="1"/>
          </p:cNvSpPr>
          <p:nvPr>
            <p:ph type="body" idx="1"/>
          </p:nvPr>
        </p:nvSpPr>
        <p:spPr>
          <a:xfrm>
            <a:off x="685800" y="1774825"/>
            <a:ext cx="5102225" cy="4114800"/>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a:t>When the item is found, the information can be copied to the necessary location.</a:t>
            </a:r>
          </a:p>
        </p:txBody>
      </p:sp>
      <p:sp>
        <p:nvSpPr>
          <p:cNvPr id="31748" name="Freeform 3">
            <a:extLst>
              <a:ext uri="{FF2B5EF4-FFF2-40B4-BE49-F238E27FC236}">
                <a16:creationId xmlns:a16="http://schemas.microsoft.com/office/drawing/2014/main" xmlns="" id="{6983CEF3-689F-E6E3-1158-5D23D24F0E5E}"/>
              </a:ext>
            </a:extLst>
          </p:cNvPr>
          <p:cNvSpPr>
            <a:spLocks noChangeArrowheads="1"/>
          </p:cNvSpPr>
          <p:nvPr/>
        </p:nvSpPr>
        <p:spPr bwMode="auto">
          <a:xfrm>
            <a:off x="6818313" y="3355975"/>
            <a:ext cx="1309687" cy="2830513"/>
          </a:xfrm>
          <a:custGeom>
            <a:avLst/>
            <a:gdLst>
              <a:gd name="T0" fmla="*/ 2147483646 w 3639"/>
              <a:gd name="T1" fmla="*/ 0 h 7864"/>
              <a:gd name="T2" fmla="*/ 0 w 3639"/>
              <a:gd name="T3" fmla="*/ 2147483646 h 7864"/>
              <a:gd name="T4" fmla="*/ 2147483646 w 3639"/>
              <a:gd name="T5" fmla="*/ 2147483646 h 7864"/>
              <a:gd name="T6" fmla="*/ 2147483646 w 3639"/>
              <a:gd name="T7" fmla="*/ 2147483646 h 7864"/>
              <a:gd name="T8" fmla="*/ 2147483646 w 3639"/>
              <a:gd name="T9" fmla="*/ 2147483646 h 7864"/>
              <a:gd name="T10" fmla="*/ 2147483646 w 3639"/>
              <a:gd name="T11" fmla="*/ 2147483646 h 7864"/>
              <a:gd name="T12" fmla="*/ 2147483646 w 3639"/>
              <a:gd name="T13" fmla="*/ 0 h 7864"/>
              <a:gd name="T14" fmla="*/ 0 60000 65536"/>
              <a:gd name="T15" fmla="*/ 0 60000 65536"/>
              <a:gd name="T16" fmla="*/ 0 60000 65536"/>
              <a:gd name="T17" fmla="*/ 0 60000 65536"/>
              <a:gd name="T18" fmla="*/ 0 60000 65536"/>
              <a:gd name="T19" fmla="*/ 0 60000 65536"/>
              <a:gd name="T20" fmla="*/ 0 60000 65536"/>
              <a:gd name="T21" fmla="*/ 0 w 3639"/>
              <a:gd name="T22" fmla="*/ 0 h 7864"/>
              <a:gd name="T23" fmla="*/ 3639 w 3639"/>
              <a:gd name="T24" fmla="*/ 7864 h 78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39" h="7864">
                <a:moveTo>
                  <a:pt x="1473" y="0"/>
                </a:moveTo>
                <a:lnTo>
                  <a:pt x="0" y="4211"/>
                </a:lnTo>
                <a:lnTo>
                  <a:pt x="445" y="4917"/>
                </a:lnTo>
                <a:lnTo>
                  <a:pt x="189" y="5411"/>
                </a:lnTo>
                <a:lnTo>
                  <a:pt x="1067" y="7863"/>
                </a:lnTo>
                <a:lnTo>
                  <a:pt x="3638" y="5146"/>
                </a:lnTo>
                <a:lnTo>
                  <a:pt x="147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49" name="AutoShape 4">
            <a:extLst>
              <a:ext uri="{FF2B5EF4-FFF2-40B4-BE49-F238E27FC236}">
                <a16:creationId xmlns:a16="http://schemas.microsoft.com/office/drawing/2014/main" xmlns="" id="{FC8C537C-60CC-3171-4B88-BE5A80A54E4A}"/>
              </a:ext>
            </a:extLst>
          </p:cNvPr>
          <p:cNvSpPr>
            <a:spLocks noChangeArrowheads="1"/>
          </p:cNvSpPr>
          <p:nvPr/>
        </p:nvSpPr>
        <p:spPr bwMode="auto">
          <a:xfrm>
            <a:off x="839788" y="5341938"/>
            <a:ext cx="6046787" cy="785812"/>
          </a:xfrm>
          <a:prstGeom prst="roundRect">
            <a:avLst>
              <a:gd name="adj" fmla="val 199"/>
            </a:avLst>
          </a:prstGeom>
          <a:solidFill>
            <a:srgbClr val="808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1750" name="Line 5">
            <a:extLst>
              <a:ext uri="{FF2B5EF4-FFF2-40B4-BE49-F238E27FC236}">
                <a16:creationId xmlns:a16="http://schemas.microsoft.com/office/drawing/2014/main" xmlns="" id="{14229604-B0F5-5D50-0B78-7A37FD3A5486}"/>
              </a:ext>
            </a:extLst>
          </p:cNvPr>
          <p:cNvSpPr>
            <a:spLocks noChangeShapeType="1"/>
          </p:cNvSpPr>
          <p:nvPr/>
        </p:nvSpPr>
        <p:spPr bwMode="auto">
          <a:xfrm>
            <a:off x="1752600" y="5338763"/>
            <a:ext cx="1588" cy="792162"/>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51" name="Line 6">
            <a:extLst>
              <a:ext uri="{FF2B5EF4-FFF2-40B4-BE49-F238E27FC236}">
                <a16:creationId xmlns:a16="http://schemas.microsoft.com/office/drawing/2014/main" xmlns="" id="{ABE54B1A-9302-318E-C849-3FFC2BC3C007}"/>
              </a:ext>
            </a:extLst>
          </p:cNvPr>
          <p:cNvSpPr>
            <a:spLocks noChangeShapeType="1"/>
          </p:cNvSpPr>
          <p:nvPr/>
        </p:nvSpPr>
        <p:spPr bwMode="auto">
          <a:xfrm>
            <a:off x="2667000" y="5338763"/>
            <a:ext cx="1588" cy="792162"/>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52" name="Line 7">
            <a:extLst>
              <a:ext uri="{FF2B5EF4-FFF2-40B4-BE49-F238E27FC236}">
                <a16:creationId xmlns:a16="http://schemas.microsoft.com/office/drawing/2014/main" xmlns="" id="{E17A0CF4-3E3B-93AF-F7F0-9BFE10D7F400}"/>
              </a:ext>
            </a:extLst>
          </p:cNvPr>
          <p:cNvSpPr>
            <a:spLocks noChangeShapeType="1"/>
          </p:cNvSpPr>
          <p:nvPr/>
        </p:nvSpPr>
        <p:spPr bwMode="auto">
          <a:xfrm>
            <a:off x="3579813" y="5338763"/>
            <a:ext cx="1587" cy="792162"/>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53" name="Line 8">
            <a:extLst>
              <a:ext uri="{FF2B5EF4-FFF2-40B4-BE49-F238E27FC236}">
                <a16:creationId xmlns:a16="http://schemas.microsoft.com/office/drawing/2014/main" xmlns="" id="{60F732F8-E5FE-6021-CDEE-200F99147B9C}"/>
              </a:ext>
            </a:extLst>
          </p:cNvPr>
          <p:cNvSpPr>
            <a:spLocks noChangeShapeType="1"/>
          </p:cNvSpPr>
          <p:nvPr/>
        </p:nvSpPr>
        <p:spPr bwMode="auto">
          <a:xfrm>
            <a:off x="4495800" y="5341938"/>
            <a:ext cx="1588" cy="784225"/>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54" name="Line 9">
            <a:extLst>
              <a:ext uri="{FF2B5EF4-FFF2-40B4-BE49-F238E27FC236}">
                <a16:creationId xmlns:a16="http://schemas.microsoft.com/office/drawing/2014/main" xmlns="" id="{E76D978A-F954-7D8B-9BF6-1D1FEE1BCCB5}"/>
              </a:ext>
            </a:extLst>
          </p:cNvPr>
          <p:cNvSpPr>
            <a:spLocks noChangeShapeType="1"/>
          </p:cNvSpPr>
          <p:nvPr/>
        </p:nvSpPr>
        <p:spPr bwMode="auto">
          <a:xfrm>
            <a:off x="5410200" y="5341938"/>
            <a:ext cx="1588" cy="784225"/>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55" name="Line 10">
            <a:extLst>
              <a:ext uri="{FF2B5EF4-FFF2-40B4-BE49-F238E27FC236}">
                <a16:creationId xmlns:a16="http://schemas.microsoft.com/office/drawing/2014/main" xmlns="" id="{644AAA4F-8DBC-EC0A-874C-DA46A7FFAD48}"/>
              </a:ext>
            </a:extLst>
          </p:cNvPr>
          <p:cNvSpPr>
            <a:spLocks noChangeShapeType="1"/>
          </p:cNvSpPr>
          <p:nvPr/>
        </p:nvSpPr>
        <p:spPr bwMode="auto">
          <a:xfrm>
            <a:off x="6324600" y="5337175"/>
            <a:ext cx="1588" cy="793750"/>
          </a:xfrm>
          <a:prstGeom prst="line">
            <a:avLst/>
          </a:prstGeom>
          <a:noFill/>
          <a:ln w="12600">
            <a:solidFill>
              <a:srgbClr val="E0E0E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56" name="AutoShape 11">
            <a:extLst>
              <a:ext uri="{FF2B5EF4-FFF2-40B4-BE49-F238E27FC236}">
                <a16:creationId xmlns:a16="http://schemas.microsoft.com/office/drawing/2014/main" xmlns="" id="{35419826-5C48-5955-64E1-B21215A840EB}"/>
              </a:ext>
            </a:extLst>
          </p:cNvPr>
          <p:cNvSpPr>
            <a:spLocks noChangeArrowheads="1"/>
          </p:cNvSpPr>
          <p:nvPr/>
        </p:nvSpPr>
        <p:spPr bwMode="auto">
          <a:xfrm>
            <a:off x="960438" y="4876800"/>
            <a:ext cx="725487"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[ 0 ]</a:t>
            </a:r>
          </a:p>
        </p:txBody>
      </p:sp>
      <p:sp>
        <p:nvSpPr>
          <p:cNvPr id="31757" name="AutoShape 12">
            <a:extLst>
              <a:ext uri="{FF2B5EF4-FFF2-40B4-BE49-F238E27FC236}">
                <a16:creationId xmlns:a16="http://schemas.microsoft.com/office/drawing/2014/main" xmlns="" id="{C472C478-EE9C-6621-5964-72861EBEA78B}"/>
              </a:ext>
            </a:extLst>
          </p:cNvPr>
          <p:cNvSpPr>
            <a:spLocks noChangeArrowheads="1"/>
          </p:cNvSpPr>
          <p:nvPr/>
        </p:nvSpPr>
        <p:spPr bwMode="auto">
          <a:xfrm>
            <a:off x="1820863" y="4876800"/>
            <a:ext cx="725487"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[ 1 ]</a:t>
            </a:r>
          </a:p>
        </p:txBody>
      </p:sp>
      <p:sp>
        <p:nvSpPr>
          <p:cNvPr id="31758" name="AutoShape 13">
            <a:extLst>
              <a:ext uri="{FF2B5EF4-FFF2-40B4-BE49-F238E27FC236}">
                <a16:creationId xmlns:a16="http://schemas.microsoft.com/office/drawing/2014/main" xmlns="" id="{1B3630A8-0532-B0E8-BE38-FE9793EC7839}"/>
              </a:ext>
            </a:extLst>
          </p:cNvPr>
          <p:cNvSpPr>
            <a:spLocks noChangeArrowheads="1"/>
          </p:cNvSpPr>
          <p:nvPr/>
        </p:nvSpPr>
        <p:spPr bwMode="auto">
          <a:xfrm>
            <a:off x="2735263" y="4876800"/>
            <a:ext cx="725487"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[ 2 ]</a:t>
            </a:r>
          </a:p>
        </p:txBody>
      </p:sp>
      <p:sp>
        <p:nvSpPr>
          <p:cNvPr id="31759" name="AutoShape 14">
            <a:extLst>
              <a:ext uri="{FF2B5EF4-FFF2-40B4-BE49-F238E27FC236}">
                <a16:creationId xmlns:a16="http://schemas.microsoft.com/office/drawing/2014/main" xmlns="" id="{3111D33D-4159-61F5-D30C-701FCDD706B1}"/>
              </a:ext>
            </a:extLst>
          </p:cNvPr>
          <p:cNvSpPr>
            <a:spLocks noChangeArrowheads="1"/>
          </p:cNvSpPr>
          <p:nvPr/>
        </p:nvSpPr>
        <p:spPr bwMode="auto">
          <a:xfrm>
            <a:off x="3616325" y="4876800"/>
            <a:ext cx="725488"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[ 3 ]</a:t>
            </a:r>
          </a:p>
        </p:txBody>
      </p:sp>
      <p:sp>
        <p:nvSpPr>
          <p:cNvPr id="31760" name="AutoShape 15">
            <a:extLst>
              <a:ext uri="{FF2B5EF4-FFF2-40B4-BE49-F238E27FC236}">
                <a16:creationId xmlns:a16="http://schemas.microsoft.com/office/drawing/2014/main" xmlns="" id="{BE08C80D-ACC3-9700-20D1-14D483D6C50C}"/>
              </a:ext>
            </a:extLst>
          </p:cNvPr>
          <p:cNvSpPr>
            <a:spLocks noChangeArrowheads="1"/>
          </p:cNvSpPr>
          <p:nvPr/>
        </p:nvSpPr>
        <p:spPr bwMode="auto">
          <a:xfrm>
            <a:off x="4530725" y="4876800"/>
            <a:ext cx="725488"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[ 4 ]</a:t>
            </a:r>
          </a:p>
        </p:txBody>
      </p:sp>
      <p:sp>
        <p:nvSpPr>
          <p:cNvPr id="31761" name="AutoShape 16">
            <a:extLst>
              <a:ext uri="{FF2B5EF4-FFF2-40B4-BE49-F238E27FC236}">
                <a16:creationId xmlns:a16="http://schemas.microsoft.com/office/drawing/2014/main" xmlns="" id="{480C4B19-D948-3B02-B46C-7E9997BBC7BC}"/>
              </a:ext>
            </a:extLst>
          </p:cNvPr>
          <p:cNvSpPr>
            <a:spLocks noChangeArrowheads="1"/>
          </p:cNvSpPr>
          <p:nvPr/>
        </p:nvSpPr>
        <p:spPr bwMode="auto">
          <a:xfrm>
            <a:off x="5502275" y="4876800"/>
            <a:ext cx="725488"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[ 5 ]</a:t>
            </a:r>
          </a:p>
        </p:txBody>
      </p:sp>
      <p:sp>
        <p:nvSpPr>
          <p:cNvPr id="31762" name="AutoShape 17">
            <a:extLst>
              <a:ext uri="{FF2B5EF4-FFF2-40B4-BE49-F238E27FC236}">
                <a16:creationId xmlns:a16="http://schemas.microsoft.com/office/drawing/2014/main" xmlns="" id="{47667530-D8A3-3B5F-F55D-6545D11B762F}"/>
              </a:ext>
            </a:extLst>
          </p:cNvPr>
          <p:cNvSpPr>
            <a:spLocks noChangeArrowheads="1"/>
          </p:cNvSpPr>
          <p:nvPr/>
        </p:nvSpPr>
        <p:spPr bwMode="auto">
          <a:xfrm>
            <a:off x="7669213" y="5341938"/>
            <a:ext cx="901700" cy="785812"/>
          </a:xfrm>
          <a:prstGeom prst="roundRect">
            <a:avLst>
              <a:gd name="adj" fmla="val 199"/>
            </a:avLst>
          </a:prstGeom>
          <a:solidFill>
            <a:srgbClr val="808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1763" name="AutoShape 18">
            <a:extLst>
              <a:ext uri="{FF2B5EF4-FFF2-40B4-BE49-F238E27FC236}">
                <a16:creationId xmlns:a16="http://schemas.microsoft.com/office/drawing/2014/main" xmlns="" id="{CB199EAA-4CC4-3492-A8EF-8E24A9443809}"/>
              </a:ext>
            </a:extLst>
          </p:cNvPr>
          <p:cNvSpPr>
            <a:spLocks noChangeArrowheads="1"/>
          </p:cNvSpPr>
          <p:nvPr/>
        </p:nvSpPr>
        <p:spPr bwMode="auto">
          <a:xfrm>
            <a:off x="7824788" y="4879975"/>
            <a:ext cx="981075" cy="457200"/>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[ 700]</a:t>
            </a:r>
          </a:p>
        </p:txBody>
      </p:sp>
      <p:grpSp>
        <p:nvGrpSpPr>
          <p:cNvPr id="31764" name="Group 19">
            <a:extLst>
              <a:ext uri="{FF2B5EF4-FFF2-40B4-BE49-F238E27FC236}">
                <a16:creationId xmlns:a16="http://schemas.microsoft.com/office/drawing/2014/main" xmlns="" id="{9741CE12-DC7B-61EB-5AC5-BEEA921BE40B}"/>
              </a:ext>
            </a:extLst>
          </p:cNvPr>
          <p:cNvGrpSpPr>
            <a:grpSpLocks/>
          </p:cNvGrpSpPr>
          <p:nvPr/>
        </p:nvGrpSpPr>
        <p:grpSpPr bwMode="auto">
          <a:xfrm>
            <a:off x="4598988" y="5475288"/>
            <a:ext cx="674687" cy="517525"/>
            <a:chOff x="2897" y="3449"/>
            <a:chExt cx="425" cy="326"/>
          </a:xfrm>
        </p:grpSpPr>
        <p:sp>
          <p:nvSpPr>
            <p:cNvPr id="31798" name="AutoShape 20">
              <a:extLst>
                <a:ext uri="{FF2B5EF4-FFF2-40B4-BE49-F238E27FC236}">
                  <a16:creationId xmlns:a16="http://schemas.microsoft.com/office/drawing/2014/main" xmlns="" id="{52E22BD3-21BD-B569-3379-CA07A1C8F28A}"/>
                </a:ext>
              </a:extLst>
            </p:cNvPr>
            <p:cNvSpPr>
              <a:spLocks noChangeArrowheads="1"/>
            </p:cNvSpPr>
            <p:nvPr/>
          </p:nvSpPr>
          <p:spPr bwMode="auto">
            <a:xfrm>
              <a:off x="2897" y="3449"/>
              <a:ext cx="426"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506643548</a:t>
              </a:r>
            </a:p>
          </p:txBody>
        </p:sp>
        <p:pic>
          <p:nvPicPr>
            <p:cNvPr id="31799" name="Picture 21">
              <a:extLst>
                <a:ext uri="{FF2B5EF4-FFF2-40B4-BE49-F238E27FC236}">
                  <a16:creationId xmlns:a16="http://schemas.microsoft.com/office/drawing/2014/main" xmlns="" id="{8F6ACDD0-C38F-2725-A941-24578BBDA17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r="35909" b="42468"/>
            <a:stretch>
              <a:fillRect/>
            </a:stretch>
          </p:blipFill>
          <p:spPr bwMode="auto">
            <a:xfrm>
              <a:off x="2945" y="3524"/>
              <a:ext cx="25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1765" name="Group 22">
            <a:extLst>
              <a:ext uri="{FF2B5EF4-FFF2-40B4-BE49-F238E27FC236}">
                <a16:creationId xmlns:a16="http://schemas.microsoft.com/office/drawing/2014/main" xmlns="" id="{F289D6D2-46A6-A763-4196-96AF4CB03D5E}"/>
              </a:ext>
            </a:extLst>
          </p:cNvPr>
          <p:cNvGrpSpPr>
            <a:grpSpLocks/>
          </p:cNvGrpSpPr>
          <p:nvPr/>
        </p:nvGrpSpPr>
        <p:grpSpPr bwMode="auto">
          <a:xfrm>
            <a:off x="2822575" y="5449888"/>
            <a:ext cx="674688" cy="568325"/>
            <a:chOff x="1778" y="3433"/>
            <a:chExt cx="425" cy="358"/>
          </a:xfrm>
        </p:grpSpPr>
        <p:sp>
          <p:nvSpPr>
            <p:cNvPr id="31796" name="AutoShape 23">
              <a:extLst>
                <a:ext uri="{FF2B5EF4-FFF2-40B4-BE49-F238E27FC236}">
                  <a16:creationId xmlns:a16="http://schemas.microsoft.com/office/drawing/2014/main" xmlns="" id="{CD90CBC8-6B07-51DF-CDE0-C41C3E71868E}"/>
                </a:ext>
              </a:extLst>
            </p:cNvPr>
            <p:cNvSpPr>
              <a:spLocks noChangeArrowheads="1"/>
            </p:cNvSpPr>
            <p:nvPr/>
          </p:nvSpPr>
          <p:spPr bwMode="auto">
            <a:xfrm>
              <a:off x="1778" y="3433"/>
              <a:ext cx="426"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233667136</a:t>
              </a:r>
            </a:p>
          </p:txBody>
        </p:sp>
        <p:pic>
          <p:nvPicPr>
            <p:cNvPr id="31797" name="Picture 24">
              <a:extLst>
                <a:ext uri="{FF2B5EF4-FFF2-40B4-BE49-F238E27FC236}">
                  <a16:creationId xmlns:a16="http://schemas.microsoft.com/office/drawing/2014/main" xmlns="" id="{D8D9EF26-91A1-7F67-37D5-867F01E2B6B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1766" name="Group 25">
            <a:extLst>
              <a:ext uri="{FF2B5EF4-FFF2-40B4-BE49-F238E27FC236}">
                <a16:creationId xmlns:a16="http://schemas.microsoft.com/office/drawing/2014/main" xmlns="" id="{A675708A-1A19-6BD0-D93D-C76F02F75EEB}"/>
              </a:ext>
            </a:extLst>
          </p:cNvPr>
          <p:cNvGrpSpPr>
            <a:grpSpLocks/>
          </p:cNvGrpSpPr>
          <p:nvPr/>
        </p:nvGrpSpPr>
        <p:grpSpPr bwMode="auto">
          <a:xfrm>
            <a:off x="1906588" y="5445125"/>
            <a:ext cx="620712" cy="576263"/>
            <a:chOff x="1201" y="3430"/>
            <a:chExt cx="391" cy="363"/>
          </a:xfrm>
        </p:grpSpPr>
        <p:sp>
          <p:nvSpPr>
            <p:cNvPr id="31794" name="AutoShape 26">
              <a:extLst>
                <a:ext uri="{FF2B5EF4-FFF2-40B4-BE49-F238E27FC236}">
                  <a16:creationId xmlns:a16="http://schemas.microsoft.com/office/drawing/2014/main" xmlns="" id="{9C19B2F7-8464-265C-0FD5-50A9BC33D9A8}"/>
                </a:ext>
              </a:extLst>
            </p:cNvPr>
            <p:cNvSpPr>
              <a:spLocks noChangeArrowheads="1"/>
            </p:cNvSpPr>
            <p:nvPr/>
          </p:nvSpPr>
          <p:spPr bwMode="auto">
            <a:xfrm>
              <a:off x="1201" y="3430"/>
              <a:ext cx="392"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281942902</a:t>
              </a:r>
            </a:p>
          </p:txBody>
        </p:sp>
        <p:pic>
          <p:nvPicPr>
            <p:cNvPr id="31795" name="Picture 27">
              <a:extLst>
                <a:ext uri="{FF2B5EF4-FFF2-40B4-BE49-F238E27FC236}">
                  <a16:creationId xmlns:a16="http://schemas.microsoft.com/office/drawing/2014/main" xmlns="" id="{9A41B850-E262-00E1-9A0D-6247040ABDC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1767" name="Group 28">
            <a:extLst>
              <a:ext uri="{FF2B5EF4-FFF2-40B4-BE49-F238E27FC236}">
                <a16:creationId xmlns:a16="http://schemas.microsoft.com/office/drawing/2014/main" xmlns="" id="{A43B6ACB-BD83-1F1E-8860-4384ABB41179}"/>
              </a:ext>
            </a:extLst>
          </p:cNvPr>
          <p:cNvGrpSpPr>
            <a:grpSpLocks/>
          </p:cNvGrpSpPr>
          <p:nvPr/>
        </p:nvGrpSpPr>
        <p:grpSpPr bwMode="auto">
          <a:xfrm>
            <a:off x="7764463" y="5480050"/>
            <a:ext cx="725487" cy="506413"/>
            <a:chOff x="4891" y="3452"/>
            <a:chExt cx="457" cy="319"/>
          </a:xfrm>
        </p:grpSpPr>
        <p:sp>
          <p:nvSpPr>
            <p:cNvPr id="31792" name="AutoShape 29">
              <a:extLst>
                <a:ext uri="{FF2B5EF4-FFF2-40B4-BE49-F238E27FC236}">
                  <a16:creationId xmlns:a16="http://schemas.microsoft.com/office/drawing/2014/main" xmlns="" id="{7731A058-0340-DC75-1857-BA556823734D}"/>
                </a:ext>
              </a:extLst>
            </p:cNvPr>
            <p:cNvSpPr>
              <a:spLocks noChangeArrowheads="1"/>
            </p:cNvSpPr>
            <p:nvPr/>
          </p:nvSpPr>
          <p:spPr bwMode="auto">
            <a:xfrm>
              <a:off x="4928" y="3452"/>
              <a:ext cx="392"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155778322</a:t>
              </a:r>
            </a:p>
          </p:txBody>
        </p:sp>
        <p:pic>
          <p:nvPicPr>
            <p:cNvPr id="31793" name="Picture 30">
              <a:extLst>
                <a:ext uri="{FF2B5EF4-FFF2-40B4-BE49-F238E27FC236}">
                  <a16:creationId xmlns:a16="http://schemas.microsoft.com/office/drawing/2014/main" xmlns="" id="{AB4DF2AE-7BB7-DFA4-5119-8F9B8A9E72B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b="53267"/>
            <a:stretch>
              <a:fillRect/>
            </a:stretch>
          </p:blipFill>
          <p:spPr bwMode="auto">
            <a:xfrm>
              <a:off x="4891" y="3500"/>
              <a:ext cx="458"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1768" name="Group 31">
            <a:extLst>
              <a:ext uri="{FF2B5EF4-FFF2-40B4-BE49-F238E27FC236}">
                <a16:creationId xmlns:a16="http://schemas.microsoft.com/office/drawing/2014/main" xmlns="" id="{2EF8DFEA-CA8F-C324-7AAE-C455F1151396}"/>
              </a:ext>
            </a:extLst>
          </p:cNvPr>
          <p:cNvGrpSpPr>
            <a:grpSpLocks/>
          </p:cNvGrpSpPr>
          <p:nvPr/>
        </p:nvGrpSpPr>
        <p:grpSpPr bwMode="auto">
          <a:xfrm>
            <a:off x="6596063" y="4014788"/>
            <a:ext cx="1309687" cy="2830512"/>
            <a:chOff x="4155" y="2529"/>
            <a:chExt cx="825" cy="1783"/>
          </a:xfrm>
        </p:grpSpPr>
        <p:sp>
          <p:nvSpPr>
            <p:cNvPr id="31790" name="Freeform 32">
              <a:extLst>
                <a:ext uri="{FF2B5EF4-FFF2-40B4-BE49-F238E27FC236}">
                  <a16:creationId xmlns:a16="http://schemas.microsoft.com/office/drawing/2014/main" xmlns="" id="{323AB730-60A2-C862-F74F-E0022945F9FF}"/>
                </a:ext>
              </a:extLst>
            </p:cNvPr>
            <p:cNvSpPr>
              <a:spLocks noChangeArrowheads="1"/>
            </p:cNvSpPr>
            <p:nvPr/>
          </p:nvSpPr>
          <p:spPr bwMode="auto">
            <a:xfrm>
              <a:off x="4155" y="2529"/>
              <a:ext cx="826" cy="1784"/>
            </a:xfrm>
            <a:custGeom>
              <a:avLst/>
              <a:gdLst>
                <a:gd name="T0" fmla="*/ 0 w 3644"/>
                <a:gd name="T1" fmla="*/ 0 h 7868"/>
                <a:gd name="T2" fmla="*/ 0 w 3644"/>
                <a:gd name="T3" fmla="*/ 0 h 7868"/>
                <a:gd name="T4" fmla="*/ 0 w 3644"/>
                <a:gd name="T5" fmla="*/ 0 h 7868"/>
                <a:gd name="T6" fmla="*/ 0 w 3644"/>
                <a:gd name="T7" fmla="*/ 0 h 7868"/>
                <a:gd name="T8" fmla="*/ 0 w 3644"/>
                <a:gd name="T9" fmla="*/ 0 h 7868"/>
                <a:gd name="T10" fmla="*/ 0 w 3644"/>
                <a:gd name="T11" fmla="*/ 0 h 7868"/>
                <a:gd name="T12" fmla="*/ 0 w 3644"/>
                <a:gd name="T13" fmla="*/ 0 h 7868"/>
                <a:gd name="T14" fmla="*/ 0 60000 65536"/>
                <a:gd name="T15" fmla="*/ 0 60000 65536"/>
                <a:gd name="T16" fmla="*/ 0 60000 65536"/>
                <a:gd name="T17" fmla="*/ 0 60000 65536"/>
                <a:gd name="T18" fmla="*/ 0 60000 65536"/>
                <a:gd name="T19" fmla="*/ 0 60000 65536"/>
                <a:gd name="T20" fmla="*/ 0 60000 65536"/>
                <a:gd name="T21" fmla="*/ 0 w 3644"/>
                <a:gd name="T22" fmla="*/ 0 h 7868"/>
                <a:gd name="T23" fmla="*/ 3644 w 3644"/>
                <a:gd name="T24" fmla="*/ 7868 h 78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 h="7868">
                  <a:moveTo>
                    <a:pt x="1475" y="0"/>
                  </a:moveTo>
                  <a:lnTo>
                    <a:pt x="0" y="4213"/>
                  </a:lnTo>
                  <a:lnTo>
                    <a:pt x="445" y="4920"/>
                  </a:lnTo>
                  <a:lnTo>
                    <a:pt x="189" y="5414"/>
                  </a:lnTo>
                  <a:lnTo>
                    <a:pt x="1068" y="7867"/>
                  </a:lnTo>
                  <a:lnTo>
                    <a:pt x="3643" y="5149"/>
                  </a:lnTo>
                  <a:lnTo>
                    <a:pt x="147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91" name="AutoShape 33">
              <a:extLst>
                <a:ext uri="{FF2B5EF4-FFF2-40B4-BE49-F238E27FC236}">
                  <a16:creationId xmlns:a16="http://schemas.microsoft.com/office/drawing/2014/main" xmlns="" id="{520B3822-11CE-D6D4-EFB9-2DEFE8960D79}"/>
                </a:ext>
              </a:extLst>
            </p:cNvPr>
            <p:cNvSpPr>
              <a:spLocks noChangeArrowheads="1"/>
            </p:cNvSpPr>
            <p:nvPr/>
          </p:nvSpPr>
          <p:spPr bwMode="auto">
            <a:xfrm>
              <a:off x="4353" y="3461"/>
              <a:ext cx="383" cy="288"/>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 .</a:t>
              </a:r>
            </a:p>
          </p:txBody>
        </p:sp>
      </p:grpSp>
      <p:grpSp>
        <p:nvGrpSpPr>
          <p:cNvPr id="31769" name="Group 34">
            <a:extLst>
              <a:ext uri="{FF2B5EF4-FFF2-40B4-BE49-F238E27FC236}">
                <a16:creationId xmlns:a16="http://schemas.microsoft.com/office/drawing/2014/main" xmlns="" id="{23BC6F96-A16E-057A-687F-E02746665165}"/>
              </a:ext>
            </a:extLst>
          </p:cNvPr>
          <p:cNvGrpSpPr>
            <a:grpSpLocks/>
          </p:cNvGrpSpPr>
          <p:nvPr/>
        </p:nvGrpSpPr>
        <p:grpSpPr bwMode="auto">
          <a:xfrm>
            <a:off x="3713163" y="5465763"/>
            <a:ext cx="620712" cy="557212"/>
            <a:chOff x="2339" y="3443"/>
            <a:chExt cx="391" cy="351"/>
          </a:xfrm>
        </p:grpSpPr>
        <p:pic>
          <p:nvPicPr>
            <p:cNvPr id="31788" name="Picture 35">
              <a:extLst>
                <a:ext uri="{FF2B5EF4-FFF2-40B4-BE49-F238E27FC236}">
                  <a16:creationId xmlns:a16="http://schemas.microsoft.com/office/drawing/2014/main" xmlns="" id="{D3363AF9-3BFA-125F-015A-9287AA6410A8}"/>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l="51314" b="42641"/>
            <a:stretch>
              <a:fillRect/>
            </a:stretch>
          </p:blipFill>
          <p:spPr bwMode="auto">
            <a:xfrm>
              <a:off x="2369" y="3495"/>
              <a:ext cx="334"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89" name="AutoShape 36">
              <a:extLst>
                <a:ext uri="{FF2B5EF4-FFF2-40B4-BE49-F238E27FC236}">
                  <a16:creationId xmlns:a16="http://schemas.microsoft.com/office/drawing/2014/main" xmlns="" id="{32430F70-285B-58B0-FF0E-D2405FB3FBF3}"/>
                </a:ext>
              </a:extLst>
            </p:cNvPr>
            <p:cNvSpPr>
              <a:spLocks noChangeArrowheads="1"/>
            </p:cNvSpPr>
            <p:nvPr/>
          </p:nvSpPr>
          <p:spPr bwMode="auto">
            <a:xfrm>
              <a:off x="2339" y="3443"/>
              <a:ext cx="392"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580625685</a:t>
              </a:r>
            </a:p>
          </p:txBody>
        </p:sp>
      </p:grpSp>
      <p:grpSp>
        <p:nvGrpSpPr>
          <p:cNvPr id="31770" name="Group 37">
            <a:extLst>
              <a:ext uri="{FF2B5EF4-FFF2-40B4-BE49-F238E27FC236}">
                <a16:creationId xmlns:a16="http://schemas.microsoft.com/office/drawing/2014/main" xmlns="" id="{EED53EFB-04E1-EE1F-B3FC-EE13CB79965B}"/>
              </a:ext>
            </a:extLst>
          </p:cNvPr>
          <p:cNvGrpSpPr>
            <a:grpSpLocks/>
          </p:cNvGrpSpPr>
          <p:nvPr/>
        </p:nvGrpSpPr>
        <p:grpSpPr bwMode="auto">
          <a:xfrm>
            <a:off x="5548313" y="5454650"/>
            <a:ext cx="620712" cy="549275"/>
            <a:chOff x="3495" y="3436"/>
            <a:chExt cx="391" cy="346"/>
          </a:xfrm>
        </p:grpSpPr>
        <p:pic>
          <p:nvPicPr>
            <p:cNvPr id="31786" name="Picture 38">
              <a:extLst>
                <a:ext uri="{FF2B5EF4-FFF2-40B4-BE49-F238E27FC236}">
                  <a16:creationId xmlns:a16="http://schemas.microsoft.com/office/drawing/2014/main" xmlns="" id="{32865D60-6BB7-AE88-C072-1AD8D7ACCE8D}"/>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530" y="3511"/>
              <a:ext cx="295"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87" name="AutoShape 39">
              <a:extLst>
                <a:ext uri="{FF2B5EF4-FFF2-40B4-BE49-F238E27FC236}">
                  <a16:creationId xmlns:a16="http://schemas.microsoft.com/office/drawing/2014/main" xmlns="" id="{6D4AC7F7-9568-7A60-3928-7610D0615039}"/>
                </a:ext>
              </a:extLst>
            </p:cNvPr>
            <p:cNvSpPr>
              <a:spLocks noChangeArrowheads="1"/>
            </p:cNvSpPr>
            <p:nvPr/>
          </p:nvSpPr>
          <p:spPr bwMode="auto">
            <a:xfrm>
              <a:off x="3495" y="3436"/>
              <a:ext cx="392" cy="62"/>
            </a:xfrm>
            <a:prstGeom prst="roundRect">
              <a:avLst>
                <a:gd name="adj" fmla="val 161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23760" tIns="11160" rIns="23760" bIns="1116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sz="500" b="1">
                  <a:latin typeface="Times New Roman" panose="02020603050405020304" pitchFamily="18" charset="0"/>
                </a:rPr>
                <a:t>Number 701466868</a:t>
              </a:r>
            </a:p>
          </p:txBody>
        </p:sp>
      </p:grpSp>
      <p:sp>
        <p:nvSpPr>
          <p:cNvPr id="31771" name="AutoShape 40">
            <a:extLst>
              <a:ext uri="{FF2B5EF4-FFF2-40B4-BE49-F238E27FC236}">
                <a16:creationId xmlns:a16="http://schemas.microsoft.com/office/drawing/2014/main" xmlns="" id="{47F6BF56-17B6-1CD4-FCD6-44411774156F}"/>
              </a:ext>
            </a:extLst>
          </p:cNvPr>
          <p:cNvSpPr>
            <a:spLocks noChangeArrowheads="1"/>
          </p:cNvSpPr>
          <p:nvPr/>
        </p:nvSpPr>
        <p:spPr bwMode="auto">
          <a:xfrm>
            <a:off x="6029325" y="912813"/>
            <a:ext cx="2589213" cy="2474912"/>
          </a:xfrm>
          <a:prstGeom prst="roundRect">
            <a:avLst>
              <a:gd name="adj" fmla="val 60"/>
            </a:avLst>
          </a:prstGeom>
          <a:solidFill>
            <a:srgbClr val="8080FF"/>
          </a:solidFill>
          <a:ln w="12600">
            <a:solidFill>
              <a:srgbClr val="E0E0E0"/>
            </a:solidFill>
            <a:round/>
            <a:headEnd/>
            <a:tailEnd/>
          </a:ln>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1772" name="AutoShape 41">
            <a:extLst>
              <a:ext uri="{FF2B5EF4-FFF2-40B4-BE49-F238E27FC236}">
                <a16:creationId xmlns:a16="http://schemas.microsoft.com/office/drawing/2014/main" xmlns="" id="{509656EC-E38B-B9D0-86E0-ACBCF2C76E96}"/>
              </a:ext>
            </a:extLst>
          </p:cNvPr>
          <p:cNvSpPr>
            <a:spLocks noChangeArrowheads="1"/>
          </p:cNvSpPr>
          <p:nvPr/>
        </p:nvSpPr>
        <p:spPr bwMode="auto">
          <a:xfrm>
            <a:off x="6156325" y="1103313"/>
            <a:ext cx="2271713" cy="433387"/>
          </a:xfrm>
          <a:prstGeom prst="roundRect">
            <a:avLst>
              <a:gd name="adj" fmla="val 4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Number </a:t>
            </a:r>
            <a:r>
              <a:rPr lang="en-GB" altLang="en-US" sz="1600" b="1">
                <a:latin typeface="Times New Roman" panose="02020603050405020304" pitchFamily="18" charset="0"/>
              </a:rPr>
              <a:t>701466868</a:t>
            </a:r>
          </a:p>
        </p:txBody>
      </p:sp>
      <p:grpSp>
        <p:nvGrpSpPr>
          <p:cNvPr id="31773" name="Group 42">
            <a:extLst>
              <a:ext uri="{FF2B5EF4-FFF2-40B4-BE49-F238E27FC236}">
                <a16:creationId xmlns:a16="http://schemas.microsoft.com/office/drawing/2014/main" xmlns="" id="{0F95B12C-799D-A1D9-3AD5-6C571E79995E}"/>
              </a:ext>
            </a:extLst>
          </p:cNvPr>
          <p:cNvGrpSpPr>
            <a:grpSpLocks/>
          </p:cNvGrpSpPr>
          <p:nvPr/>
        </p:nvGrpSpPr>
        <p:grpSpPr bwMode="auto">
          <a:xfrm>
            <a:off x="7323138" y="3090863"/>
            <a:ext cx="1800225" cy="1290637"/>
            <a:chOff x="4613" y="1947"/>
            <a:chExt cx="1134" cy="813"/>
          </a:xfrm>
        </p:grpSpPr>
        <p:sp>
          <p:nvSpPr>
            <p:cNvPr id="31784" name="Freeform 43">
              <a:extLst>
                <a:ext uri="{FF2B5EF4-FFF2-40B4-BE49-F238E27FC236}">
                  <a16:creationId xmlns:a16="http://schemas.microsoft.com/office/drawing/2014/main" xmlns="" id="{C7AAF066-A52D-C046-A510-685A19246A79}"/>
                </a:ext>
              </a:extLst>
            </p:cNvPr>
            <p:cNvSpPr>
              <a:spLocks noChangeArrowheads="1"/>
            </p:cNvSpPr>
            <p:nvPr/>
          </p:nvSpPr>
          <p:spPr bwMode="auto">
            <a:xfrm>
              <a:off x="4613" y="1947"/>
              <a:ext cx="1134" cy="814"/>
            </a:xfrm>
            <a:custGeom>
              <a:avLst/>
              <a:gdLst>
                <a:gd name="T0" fmla="*/ 0 w 5002"/>
                <a:gd name="T1" fmla="*/ 0 h 3590"/>
                <a:gd name="T2" fmla="*/ 0 w 5002"/>
                <a:gd name="T3" fmla="*/ 0 h 3590"/>
                <a:gd name="T4" fmla="*/ 0 w 5002"/>
                <a:gd name="T5" fmla="*/ 0 h 3590"/>
                <a:gd name="T6" fmla="*/ 0 w 5002"/>
                <a:gd name="T7" fmla="*/ 0 h 3590"/>
                <a:gd name="T8" fmla="*/ 0 w 5002"/>
                <a:gd name="T9" fmla="*/ 0 h 3590"/>
                <a:gd name="T10" fmla="*/ 0 w 5002"/>
                <a:gd name="T11" fmla="*/ 0 h 3590"/>
                <a:gd name="T12" fmla="*/ 0 w 5002"/>
                <a:gd name="T13" fmla="*/ 0 h 3590"/>
                <a:gd name="T14" fmla="*/ 0 w 5002"/>
                <a:gd name="T15" fmla="*/ 0 h 3590"/>
                <a:gd name="T16" fmla="*/ 0 w 5002"/>
                <a:gd name="T17" fmla="*/ 0 h 3590"/>
                <a:gd name="T18" fmla="*/ 0 w 5002"/>
                <a:gd name="T19" fmla="*/ 0 h 3590"/>
                <a:gd name="T20" fmla="*/ 0 w 5002"/>
                <a:gd name="T21" fmla="*/ 0 h 3590"/>
                <a:gd name="T22" fmla="*/ 0 w 5002"/>
                <a:gd name="T23" fmla="*/ 0 h 35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002"/>
                <a:gd name="T37" fmla="*/ 0 h 3590"/>
                <a:gd name="T38" fmla="*/ 5002 w 5002"/>
                <a:gd name="T39" fmla="*/ 3590 h 35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002" h="3590">
                  <a:moveTo>
                    <a:pt x="0" y="3153"/>
                  </a:moveTo>
                  <a:cubicBezTo>
                    <a:pt x="0" y="3589"/>
                    <a:pt x="0" y="3589"/>
                    <a:pt x="699" y="3589"/>
                  </a:cubicBezTo>
                  <a:lnTo>
                    <a:pt x="4302" y="3589"/>
                  </a:lnTo>
                  <a:cubicBezTo>
                    <a:pt x="5001" y="3589"/>
                    <a:pt x="5001" y="3589"/>
                    <a:pt x="5001" y="3153"/>
                  </a:cubicBezTo>
                  <a:lnTo>
                    <a:pt x="5001" y="904"/>
                  </a:lnTo>
                  <a:cubicBezTo>
                    <a:pt x="5001" y="468"/>
                    <a:pt x="5001" y="468"/>
                    <a:pt x="4302" y="468"/>
                  </a:cubicBezTo>
                  <a:lnTo>
                    <a:pt x="1999" y="468"/>
                  </a:lnTo>
                  <a:lnTo>
                    <a:pt x="342" y="0"/>
                  </a:lnTo>
                  <a:lnTo>
                    <a:pt x="791" y="468"/>
                  </a:lnTo>
                  <a:lnTo>
                    <a:pt x="699" y="468"/>
                  </a:lnTo>
                  <a:cubicBezTo>
                    <a:pt x="0" y="468"/>
                    <a:pt x="0" y="468"/>
                    <a:pt x="0" y="904"/>
                  </a:cubicBezTo>
                  <a:lnTo>
                    <a:pt x="0" y="3153"/>
                  </a:lnTo>
                </a:path>
              </a:pathLst>
            </a:custGeom>
            <a:solidFill>
              <a:srgbClr val="0000FF"/>
            </a:solidFill>
            <a:ln w="12600">
              <a:solidFill>
                <a:srgbClr val="E0E0E0"/>
              </a:solidFill>
              <a:round/>
              <a:headEnd/>
              <a:tailEnd/>
            </a:ln>
          </p:spPr>
          <p:txBody>
            <a:bodyPr wrap="none" anchor="ctr"/>
            <a:lstStyle/>
            <a:p>
              <a:endParaRPr lang="en-US"/>
            </a:p>
          </p:txBody>
        </p:sp>
        <p:sp>
          <p:nvSpPr>
            <p:cNvPr id="31785" name="AutoShape 44">
              <a:extLst>
                <a:ext uri="{FF2B5EF4-FFF2-40B4-BE49-F238E27FC236}">
                  <a16:creationId xmlns:a16="http://schemas.microsoft.com/office/drawing/2014/main" xmlns="" id="{E703C705-9D2A-C1B4-79E1-AACDDE0FB2F0}"/>
                </a:ext>
              </a:extLst>
            </p:cNvPr>
            <p:cNvSpPr>
              <a:spLocks noChangeArrowheads="1"/>
            </p:cNvSpPr>
            <p:nvPr/>
          </p:nvSpPr>
          <p:spPr bwMode="auto">
            <a:xfrm>
              <a:off x="4614" y="1947"/>
              <a:ext cx="1134" cy="814"/>
            </a:xfrm>
            <a:prstGeom prst="roundRect">
              <a:avLst>
                <a:gd name="adj" fmla="val 12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5000"/>
                </a:lnSpc>
                <a:spcBef>
                  <a:spcPct val="0"/>
                </a:spcBef>
                <a:spcAft>
                  <a:spcPct val="0"/>
                </a:spcAft>
                <a:buClr>
                  <a:srgbClr val="E0E0E0"/>
                </a:buClr>
                <a:buFont typeface="Times New Roman" panose="02020603050405020304" pitchFamily="18" charset="0"/>
                <a:buNone/>
              </a:pPr>
              <a:r>
                <a:rPr lang="en-GB" altLang="en-US" b="1">
                  <a:latin typeface="Times New Roman" panose="02020603050405020304" pitchFamily="18" charset="0"/>
                </a:rPr>
                <a:t>My hash</a:t>
              </a:r>
            </a:p>
            <a:p>
              <a:pPr algn="ctr" eaLnBrk="1" hangingPunct="1">
                <a:lnSpc>
                  <a:spcPct val="100000"/>
                </a:lnSpc>
                <a:spcBef>
                  <a:spcPct val="0"/>
                </a:spcBef>
                <a:spcAft>
                  <a:spcPct val="0"/>
                </a:spcAft>
                <a:buClr>
                  <a:srgbClr val="E0E0E0"/>
                </a:buClr>
                <a:buFont typeface="Times New Roman" panose="02020603050405020304" pitchFamily="18" charset="0"/>
                <a:buNone/>
              </a:pPr>
              <a:r>
                <a:rPr lang="en-GB" altLang="en-US" b="1">
                  <a:latin typeface="Times New Roman" panose="02020603050405020304" pitchFamily="18" charset="0"/>
                </a:rPr>
                <a:t>value is [2].</a:t>
              </a:r>
            </a:p>
          </p:txBody>
        </p:sp>
      </p:grpSp>
      <p:grpSp>
        <p:nvGrpSpPr>
          <p:cNvPr id="31774" name="Group 45">
            <a:extLst>
              <a:ext uri="{FF2B5EF4-FFF2-40B4-BE49-F238E27FC236}">
                <a16:creationId xmlns:a16="http://schemas.microsoft.com/office/drawing/2014/main" xmlns="" id="{3E534F77-2A87-C9EC-11F5-34C4C83737D3}"/>
              </a:ext>
            </a:extLst>
          </p:cNvPr>
          <p:cNvGrpSpPr>
            <a:grpSpLocks/>
          </p:cNvGrpSpPr>
          <p:nvPr/>
        </p:nvGrpSpPr>
        <p:grpSpPr bwMode="auto">
          <a:xfrm>
            <a:off x="5673725" y="4070350"/>
            <a:ext cx="1363663" cy="771525"/>
            <a:chOff x="3574" y="2564"/>
            <a:chExt cx="859" cy="486"/>
          </a:xfrm>
        </p:grpSpPr>
        <p:sp>
          <p:nvSpPr>
            <p:cNvPr id="31782" name="Freeform 46">
              <a:extLst>
                <a:ext uri="{FF2B5EF4-FFF2-40B4-BE49-F238E27FC236}">
                  <a16:creationId xmlns:a16="http://schemas.microsoft.com/office/drawing/2014/main" xmlns="" id="{2A4CBE66-ABB2-5C94-B12D-B33248CBEA89}"/>
                </a:ext>
              </a:extLst>
            </p:cNvPr>
            <p:cNvSpPr>
              <a:spLocks noChangeArrowheads="1"/>
            </p:cNvSpPr>
            <p:nvPr/>
          </p:nvSpPr>
          <p:spPr bwMode="auto">
            <a:xfrm>
              <a:off x="3574" y="2564"/>
              <a:ext cx="860" cy="487"/>
            </a:xfrm>
            <a:custGeom>
              <a:avLst/>
              <a:gdLst>
                <a:gd name="T0" fmla="*/ 0 w 3794"/>
                <a:gd name="T1" fmla="*/ 0 h 2148"/>
                <a:gd name="T2" fmla="*/ 0 w 3794"/>
                <a:gd name="T3" fmla="*/ 0 h 2148"/>
                <a:gd name="T4" fmla="*/ 0 w 3794"/>
                <a:gd name="T5" fmla="*/ 0 h 2148"/>
                <a:gd name="T6" fmla="*/ 0 w 3794"/>
                <a:gd name="T7" fmla="*/ 0 h 2148"/>
                <a:gd name="T8" fmla="*/ 0 w 3794"/>
                <a:gd name="T9" fmla="*/ 0 h 2148"/>
                <a:gd name="T10" fmla="*/ 0 w 3794"/>
                <a:gd name="T11" fmla="*/ 0 h 2148"/>
                <a:gd name="T12" fmla="*/ 0 w 3794"/>
                <a:gd name="T13" fmla="*/ 0 h 2148"/>
                <a:gd name="T14" fmla="*/ 0 w 3794"/>
                <a:gd name="T15" fmla="*/ 0 h 2148"/>
                <a:gd name="T16" fmla="*/ 0 w 3794"/>
                <a:gd name="T17" fmla="*/ 0 h 2148"/>
                <a:gd name="T18" fmla="*/ 0 w 3794"/>
                <a:gd name="T19" fmla="*/ 0 h 2148"/>
                <a:gd name="T20" fmla="*/ 0 w 3794"/>
                <a:gd name="T21" fmla="*/ 0 h 2148"/>
                <a:gd name="T22" fmla="*/ 0 w 3794"/>
                <a:gd name="T23" fmla="*/ 0 h 21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794"/>
                <a:gd name="T37" fmla="*/ 0 h 2148"/>
                <a:gd name="T38" fmla="*/ 3794 w 3794"/>
                <a:gd name="T39" fmla="*/ 2148 h 21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794" h="2148">
                  <a:moveTo>
                    <a:pt x="0" y="261"/>
                  </a:moveTo>
                  <a:cubicBezTo>
                    <a:pt x="0" y="0"/>
                    <a:pt x="0" y="0"/>
                    <a:pt x="530" y="0"/>
                  </a:cubicBezTo>
                  <a:lnTo>
                    <a:pt x="3263" y="0"/>
                  </a:lnTo>
                  <a:cubicBezTo>
                    <a:pt x="3793" y="0"/>
                    <a:pt x="3793" y="0"/>
                    <a:pt x="3793" y="261"/>
                  </a:cubicBezTo>
                  <a:lnTo>
                    <a:pt x="3793" y="1606"/>
                  </a:lnTo>
                  <a:cubicBezTo>
                    <a:pt x="3793" y="1867"/>
                    <a:pt x="3793" y="1867"/>
                    <a:pt x="3263" y="1867"/>
                  </a:cubicBezTo>
                  <a:lnTo>
                    <a:pt x="1516" y="1867"/>
                  </a:lnTo>
                  <a:lnTo>
                    <a:pt x="260" y="2147"/>
                  </a:lnTo>
                  <a:lnTo>
                    <a:pt x="600" y="1867"/>
                  </a:lnTo>
                  <a:lnTo>
                    <a:pt x="530" y="1867"/>
                  </a:lnTo>
                  <a:cubicBezTo>
                    <a:pt x="0" y="1867"/>
                    <a:pt x="0" y="1867"/>
                    <a:pt x="0" y="1606"/>
                  </a:cubicBezTo>
                  <a:lnTo>
                    <a:pt x="0" y="261"/>
                  </a:lnTo>
                </a:path>
              </a:pathLst>
            </a:custGeom>
            <a:solidFill>
              <a:srgbClr val="0000FF"/>
            </a:solidFill>
            <a:ln w="12600">
              <a:solidFill>
                <a:srgbClr val="E0E0E0"/>
              </a:solidFill>
              <a:round/>
              <a:headEnd/>
              <a:tailEnd/>
            </a:ln>
          </p:spPr>
          <p:txBody>
            <a:bodyPr wrap="none" anchor="ctr"/>
            <a:lstStyle/>
            <a:p>
              <a:endParaRPr lang="en-US"/>
            </a:p>
          </p:txBody>
        </p:sp>
        <p:sp>
          <p:nvSpPr>
            <p:cNvPr id="31783" name="AutoShape 47">
              <a:extLst>
                <a:ext uri="{FF2B5EF4-FFF2-40B4-BE49-F238E27FC236}">
                  <a16:creationId xmlns:a16="http://schemas.microsoft.com/office/drawing/2014/main" xmlns="" id="{14408D7C-0F72-AA50-7C14-E633B8002C6C}"/>
                </a:ext>
              </a:extLst>
            </p:cNvPr>
            <p:cNvSpPr>
              <a:spLocks noChangeArrowheads="1"/>
            </p:cNvSpPr>
            <p:nvPr/>
          </p:nvSpPr>
          <p:spPr bwMode="auto">
            <a:xfrm>
              <a:off x="3574" y="2564"/>
              <a:ext cx="860" cy="487"/>
            </a:xfrm>
            <a:prstGeom prst="roundRect">
              <a:avLst>
                <a:gd name="adj" fmla="val 204"/>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nchor="ct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lgn="ctr" eaLnBrk="1" hangingPunct="1">
                <a:lnSpc>
                  <a:spcPct val="95000"/>
                </a:lnSpc>
                <a:spcBef>
                  <a:spcPct val="0"/>
                </a:spcBef>
                <a:spcAft>
                  <a:spcPct val="0"/>
                </a:spcAft>
                <a:buClr>
                  <a:srgbClr val="E0E0E0"/>
                </a:buClr>
                <a:buFont typeface="Times New Roman" panose="02020603050405020304" pitchFamily="18" charset="0"/>
                <a:buNone/>
              </a:pPr>
              <a:r>
                <a:rPr lang="en-GB" altLang="en-US" b="1">
                  <a:latin typeface="Times New Roman" panose="02020603050405020304" pitchFamily="18" charset="0"/>
                </a:rPr>
                <a:t>Yes!</a:t>
              </a:r>
            </a:p>
          </p:txBody>
        </p:sp>
      </p:grpSp>
      <p:grpSp>
        <p:nvGrpSpPr>
          <p:cNvPr id="31775" name="Group 48">
            <a:extLst>
              <a:ext uri="{FF2B5EF4-FFF2-40B4-BE49-F238E27FC236}">
                <a16:creationId xmlns:a16="http://schemas.microsoft.com/office/drawing/2014/main" xmlns="" id="{EAAF09B1-BE91-A49B-6C7A-F22C318A0435}"/>
              </a:ext>
            </a:extLst>
          </p:cNvPr>
          <p:cNvGrpSpPr>
            <a:grpSpLocks/>
          </p:cNvGrpSpPr>
          <p:nvPr/>
        </p:nvGrpSpPr>
        <p:grpSpPr bwMode="auto">
          <a:xfrm>
            <a:off x="4862513" y="4027488"/>
            <a:ext cx="796925" cy="1377950"/>
            <a:chOff x="3063" y="2537"/>
            <a:chExt cx="502" cy="868"/>
          </a:xfrm>
        </p:grpSpPr>
        <p:sp>
          <p:nvSpPr>
            <p:cNvPr id="31780" name="AutoShape 49">
              <a:extLst>
                <a:ext uri="{FF2B5EF4-FFF2-40B4-BE49-F238E27FC236}">
                  <a16:creationId xmlns:a16="http://schemas.microsoft.com/office/drawing/2014/main" xmlns="" id="{0FED60C6-787F-143C-5023-C13BD7AC5E05}"/>
                </a:ext>
              </a:extLst>
            </p:cNvPr>
            <p:cNvSpPr>
              <a:spLocks noChangeArrowheads="1"/>
            </p:cNvSpPr>
            <p:nvPr/>
          </p:nvSpPr>
          <p:spPr bwMode="auto">
            <a:xfrm>
              <a:off x="3063" y="2537"/>
              <a:ext cx="503" cy="869"/>
            </a:xfrm>
            <a:prstGeom prst="roundRect">
              <a:avLst>
                <a:gd name="adj" fmla="val 19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760">
                  <a:solidFill>
                    <a:srgbClr val="000000"/>
                  </a:solidFill>
                  <a:round/>
                  <a:headEnd/>
                  <a:tailEnd/>
                </a14:hiddenLine>
              </a:ext>
            </a:extLst>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1781" name="Freeform 50">
              <a:extLst>
                <a:ext uri="{FF2B5EF4-FFF2-40B4-BE49-F238E27FC236}">
                  <a16:creationId xmlns:a16="http://schemas.microsoft.com/office/drawing/2014/main" xmlns="" id="{37A7B477-6396-C34D-F136-F8A1232BCCCE}"/>
                </a:ext>
              </a:extLst>
            </p:cNvPr>
            <p:cNvSpPr>
              <a:spLocks noChangeArrowheads="1"/>
            </p:cNvSpPr>
            <p:nvPr/>
          </p:nvSpPr>
          <p:spPr bwMode="auto">
            <a:xfrm>
              <a:off x="3063" y="2537"/>
              <a:ext cx="503" cy="869"/>
            </a:xfrm>
            <a:custGeom>
              <a:avLst/>
              <a:gdLst>
                <a:gd name="T0" fmla="*/ 0 w 2219"/>
                <a:gd name="T1" fmla="*/ 0 h 3834"/>
                <a:gd name="T2" fmla="*/ 0 w 2219"/>
                <a:gd name="T3" fmla="*/ 0 h 3834"/>
                <a:gd name="T4" fmla="*/ 0 w 2219"/>
                <a:gd name="T5" fmla="*/ 0 h 3834"/>
                <a:gd name="T6" fmla="*/ 0 w 2219"/>
                <a:gd name="T7" fmla="*/ 0 h 3834"/>
                <a:gd name="T8" fmla="*/ 0 w 2219"/>
                <a:gd name="T9" fmla="*/ 0 h 3834"/>
                <a:gd name="T10" fmla="*/ 0 w 2219"/>
                <a:gd name="T11" fmla="*/ 0 h 3834"/>
                <a:gd name="T12" fmla="*/ 0 w 2219"/>
                <a:gd name="T13" fmla="*/ 0 h 3834"/>
                <a:gd name="T14" fmla="*/ 0 w 2219"/>
                <a:gd name="T15" fmla="*/ 0 h 3834"/>
                <a:gd name="T16" fmla="*/ 0 w 2219"/>
                <a:gd name="T17" fmla="*/ 0 h 3834"/>
                <a:gd name="T18" fmla="*/ 0 w 2219"/>
                <a:gd name="T19" fmla="*/ 0 h 3834"/>
                <a:gd name="T20" fmla="*/ 0 w 2219"/>
                <a:gd name="T21" fmla="*/ 0 h 3834"/>
                <a:gd name="T22" fmla="*/ 0 w 2219"/>
                <a:gd name="T23" fmla="*/ 0 h 3834"/>
                <a:gd name="T24" fmla="*/ 0 w 2219"/>
                <a:gd name="T25" fmla="*/ 0 h 3834"/>
                <a:gd name="T26" fmla="*/ 0 w 2219"/>
                <a:gd name="T27" fmla="*/ 0 h 3834"/>
                <a:gd name="T28" fmla="*/ 0 w 2219"/>
                <a:gd name="T29" fmla="*/ 0 h 3834"/>
                <a:gd name="T30" fmla="*/ 0 w 2219"/>
                <a:gd name="T31" fmla="*/ 0 h 3834"/>
                <a:gd name="T32" fmla="*/ 0 w 2219"/>
                <a:gd name="T33" fmla="*/ 0 h 3834"/>
                <a:gd name="T34" fmla="*/ 0 w 2219"/>
                <a:gd name="T35" fmla="*/ 0 h 3834"/>
                <a:gd name="T36" fmla="*/ 0 w 2219"/>
                <a:gd name="T37" fmla="*/ 0 h 3834"/>
                <a:gd name="T38" fmla="*/ 0 w 2219"/>
                <a:gd name="T39" fmla="*/ 0 h 3834"/>
                <a:gd name="T40" fmla="*/ 0 w 2219"/>
                <a:gd name="T41" fmla="*/ 0 h 3834"/>
                <a:gd name="T42" fmla="*/ 0 w 2219"/>
                <a:gd name="T43" fmla="*/ 0 h 3834"/>
                <a:gd name="T44" fmla="*/ 0 w 2219"/>
                <a:gd name="T45" fmla="*/ 0 h 3834"/>
                <a:gd name="T46" fmla="*/ 0 w 2219"/>
                <a:gd name="T47" fmla="*/ 0 h 3834"/>
                <a:gd name="T48" fmla="*/ 0 w 2219"/>
                <a:gd name="T49" fmla="*/ 0 h 3834"/>
                <a:gd name="T50" fmla="*/ 0 w 2219"/>
                <a:gd name="T51" fmla="*/ 0 h 3834"/>
                <a:gd name="T52" fmla="*/ 0 w 2219"/>
                <a:gd name="T53" fmla="*/ 0 h 3834"/>
                <a:gd name="T54" fmla="*/ 0 w 2219"/>
                <a:gd name="T55" fmla="*/ 0 h 3834"/>
                <a:gd name="T56" fmla="*/ 0 w 2219"/>
                <a:gd name="T57" fmla="*/ 0 h 3834"/>
                <a:gd name="T58" fmla="*/ 0 w 2219"/>
                <a:gd name="T59" fmla="*/ 0 h 3834"/>
                <a:gd name="T60" fmla="*/ 0 w 2219"/>
                <a:gd name="T61" fmla="*/ 0 h 38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219"/>
                <a:gd name="T94" fmla="*/ 0 h 3834"/>
                <a:gd name="T95" fmla="*/ 2219 w 2219"/>
                <a:gd name="T96" fmla="*/ 3834 h 383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219" h="3834">
                  <a:moveTo>
                    <a:pt x="0" y="0"/>
                  </a:moveTo>
                  <a:lnTo>
                    <a:pt x="3" y="201"/>
                  </a:lnTo>
                  <a:lnTo>
                    <a:pt x="12" y="401"/>
                  </a:lnTo>
                  <a:lnTo>
                    <a:pt x="27" y="600"/>
                  </a:lnTo>
                  <a:lnTo>
                    <a:pt x="48" y="797"/>
                  </a:lnTo>
                  <a:lnTo>
                    <a:pt x="76" y="992"/>
                  </a:lnTo>
                  <a:lnTo>
                    <a:pt x="109" y="1184"/>
                  </a:lnTo>
                  <a:lnTo>
                    <a:pt x="147" y="1374"/>
                  </a:lnTo>
                  <a:lnTo>
                    <a:pt x="192" y="1559"/>
                  </a:lnTo>
                  <a:lnTo>
                    <a:pt x="242" y="1740"/>
                  </a:lnTo>
                  <a:lnTo>
                    <a:pt x="297" y="1917"/>
                  </a:lnTo>
                  <a:lnTo>
                    <a:pt x="358" y="2088"/>
                  </a:lnTo>
                  <a:lnTo>
                    <a:pt x="424" y="2253"/>
                  </a:lnTo>
                  <a:lnTo>
                    <a:pt x="494" y="2412"/>
                  </a:lnTo>
                  <a:lnTo>
                    <a:pt x="570" y="2565"/>
                  </a:lnTo>
                  <a:lnTo>
                    <a:pt x="650" y="2710"/>
                  </a:lnTo>
                  <a:lnTo>
                    <a:pt x="734" y="2848"/>
                  </a:lnTo>
                  <a:lnTo>
                    <a:pt x="822" y="2979"/>
                  </a:lnTo>
                  <a:lnTo>
                    <a:pt x="914" y="3101"/>
                  </a:lnTo>
                  <a:lnTo>
                    <a:pt x="1010" y="3215"/>
                  </a:lnTo>
                  <a:lnTo>
                    <a:pt x="1109" y="3319"/>
                  </a:lnTo>
                  <a:lnTo>
                    <a:pt x="1211" y="3415"/>
                  </a:lnTo>
                  <a:lnTo>
                    <a:pt x="1316" y="3502"/>
                  </a:lnTo>
                  <a:lnTo>
                    <a:pt x="1423" y="3578"/>
                  </a:lnTo>
                  <a:lnTo>
                    <a:pt x="1533" y="3645"/>
                  </a:lnTo>
                  <a:lnTo>
                    <a:pt x="1644" y="3702"/>
                  </a:lnTo>
                  <a:lnTo>
                    <a:pt x="1757" y="3749"/>
                  </a:lnTo>
                  <a:lnTo>
                    <a:pt x="1871" y="3786"/>
                  </a:lnTo>
                  <a:lnTo>
                    <a:pt x="1986" y="3812"/>
                  </a:lnTo>
                  <a:lnTo>
                    <a:pt x="2102" y="3828"/>
                  </a:lnTo>
                  <a:lnTo>
                    <a:pt x="2218" y="3833"/>
                  </a:lnTo>
                </a:path>
              </a:pathLst>
            </a:custGeom>
            <a:noFill/>
            <a:ln w="50760">
              <a:solidFill>
                <a:srgbClr val="FF8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1776" name="Group 51">
            <a:extLst>
              <a:ext uri="{FF2B5EF4-FFF2-40B4-BE49-F238E27FC236}">
                <a16:creationId xmlns:a16="http://schemas.microsoft.com/office/drawing/2014/main" xmlns="" id="{DC85076A-9EAF-81D8-E936-CB487F39C33A}"/>
              </a:ext>
            </a:extLst>
          </p:cNvPr>
          <p:cNvGrpSpPr>
            <a:grpSpLocks/>
          </p:cNvGrpSpPr>
          <p:nvPr/>
        </p:nvGrpSpPr>
        <p:grpSpPr bwMode="auto">
          <a:xfrm>
            <a:off x="4862513" y="2868613"/>
            <a:ext cx="1050925" cy="1122362"/>
            <a:chOff x="3063" y="1807"/>
            <a:chExt cx="662" cy="707"/>
          </a:xfrm>
        </p:grpSpPr>
        <p:sp>
          <p:nvSpPr>
            <p:cNvPr id="31778" name="AutoShape 52">
              <a:extLst>
                <a:ext uri="{FF2B5EF4-FFF2-40B4-BE49-F238E27FC236}">
                  <a16:creationId xmlns:a16="http://schemas.microsoft.com/office/drawing/2014/main" xmlns="" id="{A82287D2-400F-9CFD-CAFC-4344C0804B87}"/>
                </a:ext>
              </a:extLst>
            </p:cNvPr>
            <p:cNvSpPr>
              <a:spLocks noChangeArrowheads="1"/>
            </p:cNvSpPr>
            <p:nvPr/>
          </p:nvSpPr>
          <p:spPr bwMode="auto">
            <a:xfrm>
              <a:off x="3063" y="1807"/>
              <a:ext cx="663" cy="708"/>
            </a:xfrm>
            <a:prstGeom prst="roundRect">
              <a:avLst>
                <a:gd name="adj" fmla="val 148"/>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760">
                  <a:solidFill>
                    <a:srgbClr val="000000"/>
                  </a:solidFill>
                  <a:round/>
                  <a:headEnd/>
                  <a:tailEnd type="triangle" w="med" len="med"/>
                </a14:hiddenLine>
              </a:ext>
            </a:extLst>
          </p:spPr>
          <p:txBody>
            <a:bodyPr wrap="none" anchor="ct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1779" name="Freeform 53">
              <a:extLst>
                <a:ext uri="{FF2B5EF4-FFF2-40B4-BE49-F238E27FC236}">
                  <a16:creationId xmlns:a16="http://schemas.microsoft.com/office/drawing/2014/main" xmlns="" id="{B293564B-6152-7271-C13B-D72D3685D181}"/>
                </a:ext>
              </a:extLst>
            </p:cNvPr>
            <p:cNvSpPr>
              <a:spLocks/>
            </p:cNvSpPr>
            <p:nvPr/>
          </p:nvSpPr>
          <p:spPr bwMode="auto">
            <a:xfrm>
              <a:off x="3063" y="1807"/>
              <a:ext cx="663" cy="708"/>
            </a:xfrm>
            <a:custGeom>
              <a:avLst/>
              <a:gdLst>
                <a:gd name="T0" fmla="*/ 0 w 2922"/>
                <a:gd name="T1" fmla="*/ 0 h 3123"/>
                <a:gd name="T2" fmla="*/ 0 w 2922"/>
                <a:gd name="T3" fmla="*/ 0 h 3123"/>
                <a:gd name="T4" fmla="*/ 0 w 2922"/>
                <a:gd name="T5" fmla="*/ 0 h 3123"/>
                <a:gd name="T6" fmla="*/ 0 w 2922"/>
                <a:gd name="T7" fmla="*/ 0 h 3123"/>
                <a:gd name="T8" fmla="*/ 0 w 2922"/>
                <a:gd name="T9" fmla="*/ 0 h 3123"/>
                <a:gd name="T10" fmla="*/ 0 w 2922"/>
                <a:gd name="T11" fmla="*/ 0 h 3123"/>
                <a:gd name="T12" fmla="*/ 0 w 2922"/>
                <a:gd name="T13" fmla="*/ 0 h 3123"/>
                <a:gd name="T14" fmla="*/ 0 w 2922"/>
                <a:gd name="T15" fmla="*/ 0 h 3123"/>
                <a:gd name="T16" fmla="*/ 0 w 2922"/>
                <a:gd name="T17" fmla="*/ 0 h 3123"/>
                <a:gd name="T18" fmla="*/ 0 w 2922"/>
                <a:gd name="T19" fmla="*/ 0 h 3123"/>
                <a:gd name="T20" fmla="*/ 0 w 2922"/>
                <a:gd name="T21" fmla="*/ 0 h 3123"/>
                <a:gd name="T22" fmla="*/ 0 w 2922"/>
                <a:gd name="T23" fmla="*/ 0 h 3123"/>
                <a:gd name="T24" fmla="*/ 0 w 2922"/>
                <a:gd name="T25" fmla="*/ 0 h 3123"/>
                <a:gd name="T26" fmla="*/ 0 w 2922"/>
                <a:gd name="T27" fmla="*/ 0 h 3123"/>
                <a:gd name="T28" fmla="*/ 0 w 2922"/>
                <a:gd name="T29" fmla="*/ 0 h 3123"/>
                <a:gd name="T30" fmla="*/ 0 w 2922"/>
                <a:gd name="T31" fmla="*/ 0 h 3123"/>
                <a:gd name="T32" fmla="*/ 0 w 2922"/>
                <a:gd name="T33" fmla="*/ 0 h 3123"/>
                <a:gd name="T34" fmla="*/ 0 w 2922"/>
                <a:gd name="T35" fmla="*/ 0 h 3123"/>
                <a:gd name="T36" fmla="*/ 0 w 2922"/>
                <a:gd name="T37" fmla="*/ 0 h 3123"/>
                <a:gd name="T38" fmla="*/ 0 w 2922"/>
                <a:gd name="T39" fmla="*/ 0 h 3123"/>
                <a:gd name="T40" fmla="*/ 0 w 2922"/>
                <a:gd name="T41" fmla="*/ 0 h 3123"/>
                <a:gd name="T42" fmla="*/ 0 w 2922"/>
                <a:gd name="T43" fmla="*/ 0 h 3123"/>
                <a:gd name="T44" fmla="*/ 0 w 2922"/>
                <a:gd name="T45" fmla="*/ 0 h 3123"/>
                <a:gd name="T46" fmla="*/ 0 w 2922"/>
                <a:gd name="T47" fmla="*/ 0 h 3123"/>
                <a:gd name="T48" fmla="*/ 0 w 2922"/>
                <a:gd name="T49" fmla="*/ 0 h 3123"/>
                <a:gd name="T50" fmla="*/ 0 w 2922"/>
                <a:gd name="T51" fmla="*/ 0 h 3123"/>
                <a:gd name="T52" fmla="*/ 0 w 2922"/>
                <a:gd name="T53" fmla="*/ 0 h 3123"/>
                <a:gd name="T54" fmla="*/ 0 w 2922"/>
                <a:gd name="T55" fmla="*/ 0 h 3123"/>
                <a:gd name="T56" fmla="*/ 0 w 2922"/>
                <a:gd name="T57" fmla="*/ 0 h 3123"/>
                <a:gd name="T58" fmla="*/ 0 w 2922"/>
                <a:gd name="T59" fmla="*/ 0 h 3123"/>
                <a:gd name="T60" fmla="*/ 0 w 2922"/>
                <a:gd name="T61" fmla="*/ 0 h 3123"/>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922"/>
                <a:gd name="T94" fmla="*/ 0 h 3123"/>
                <a:gd name="T95" fmla="*/ 2922 w 2922"/>
                <a:gd name="T96" fmla="*/ 3123 h 3123"/>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922" h="3123">
                  <a:moveTo>
                    <a:pt x="2921" y="0"/>
                  </a:moveTo>
                  <a:lnTo>
                    <a:pt x="2768" y="4"/>
                  </a:lnTo>
                  <a:lnTo>
                    <a:pt x="2616" y="17"/>
                  </a:lnTo>
                  <a:lnTo>
                    <a:pt x="2464" y="38"/>
                  </a:lnTo>
                  <a:lnTo>
                    <a:pt x="2314" y="68"/>
                  </a:lnTo>
                  <a:lnTo>
                    <a:pt x="2165" y="106"/>
                  </a:lnTo>
                  <a:lnTo>
                    <a:pt x="2018" y="153"/>
                  </a:lnTo>
                  <a:lnTo>
                    <a:pt x="1874" y="207"/>
                  </a:lnTo>
                  <a:lnTo>
                    <a:pt x="1733" y="270"/>
                  </a:lnTo>
                  <a:lnTo>
                    <a:pt x="1595" y="340"/>
                  </a:lnTo>
                  <a:lnTo>
                    <a:pt x="1461" y="418"/>
                  </a:lnTo>
                  <a:lnTo>
                    <a:pt x="1330" y="504"/>
                  </a:lnTo>
                  <a:lnTo>
                    <a:pt x="1204" y="596"/>
                  </a:lnTo>
                  <a:lnTo>
                    <a:pt x="1083" y="696"/>
                  </a:lnTo>
                  <a:lnTo>
                    <a:pt x="966" y="802"/>
                  </a:lnTo>
                  <a:lnTo>
                    <a:pt x="856" y="914"/>
                  </a:lnTo>
                  <a:lnTo>
                    <a:pt x="750" y="1033"/>
                  </a:lnTo>
                  <a:lnTo>
                    <a:pt x="651" y="1157"/>
                  </a:lnTo>
                  <a:lnTo>
                    <a:pt x="558" y="1287"/>
                  </a:lnTo>
                  <a:lnTo>
                    <a:pt x="471" y="1422"/>
                  </a:lnTo>
                  <a:lnTo>
                    <a:pt x="391" y="1561"/>
                  </a:lnTo>
                  <a:lnTo>
                    <a:pt x="318" y="1705"/>
                  </a:lnTo>
                  <a:lnTo>
                    <a:pt x="253" y="1852"/>
                  </a:lnTo>
                  <a:lnTo>
                    <a:pt x="194" y="2003"/>
                  </a:lnTo>
                  <a:lnTo>
                    <a:pt x="143" y="2157"/>
                  </a:lnTo>
                  <a:lnTo>
                    <a:pt x="100" y="2314"/>
                  </a:lnTo>
                  <a:lnTo>
                    <a:pt x="64" y="2473"/>
                  </a:lnTo>
                  <a:lnTo>
                    <a:pt x="36" y="2634"/>
                  </a:lnTo>
                  <a:lnTo>
                    <a:pt x="16" y="2796"/>
                  </a:lnTo>
                  <a:lnTo>
                    <a:pt x="4" y="2959"/>
                  </a:lnTo>
                  <a:lnTo>
                    <a:pt x="0" y="3122"/>
                  </a:lnTo>
                </a:path>
              </a:pathLst>
            </a:custGeom>
            <a:noFill/>
            <a:ln w="50760">
              <a:solidFill>
                <a:srgbClr val="FF8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grpSp>
      <p:pic>
        <p:nvPicPr>
          <p:cNvPr id="31777" name="Picture 54">
            <a:extLst>
              <a:ext uri="{FF2B5EF4-FFF2-40B4-BE49-F238E27FC236}">
                <a16:creationId xmlns:a16="http://schemas.microsoft.com/office/drawing/2014/main" xmlns="" id="{E23140F2-33CE-F67D-32C7-AC365FA0D865}"/>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375400" y="1558925"/>
            <a:ext cx="1873250"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heck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reeform 2">
            <a:extLst>
              <a:ext uri="{FF2B5EF4-FFF2-40B4-BE49-F238E27FC236}">
                <a16:creationId xmlns:a16="http://schemas.microsoft.com/office/drawing/2014/main" xmlns="" id="{0CD5ABEA-0ADF-22A6-2DD7-DFC75B8A951C}"/>
              </a:ext>
            </a:extLst>
          </p:cNvPr>
          <p:cNvSpPr>
            <a:spLocks noChangeArrowheads="1"/>
          </p:cNvSpPr>
          <p:nvPr/>
        </p:nvSpPr>
        <p:spPr bwMode="auto">
          <a:xfrm>
            <a:off x="6818313" y="3355975"/>
            <a:ext cx="1309687" cy="2830513"/>
          </a:xfrm>
          <a:custGeom>
            <a:avLst/>
            <a:gdLst>
              <a:gd name="T0" fmla="*/ 2147483646 w 3639"/>
              <a:gd name="T1" fmla="*/ 0 h 7864"/>
              <a:gd name="T2" fmla="*/ 0 w 3639"/>
              <a:gd name="T3" fmla="*/ 2147483646 h 7864"/>
              <a:gd name="T4" fmla="*/ 2147483646 w 3639"/>
              <a:gd name="T5" fmla="*/ 2147483646 h 7864"/>
              <a:gd name="T6" fmla="*/ 2147483646 w 3639"/>
              <a:gd name="T7" fmla="*/ 2147483646 h 7864"/>
              <a:gd name="T8" fmla="*/ 2147483646 w 3639"/>
              <a:gd name="T9" fmla="*/ 2147483646 h 7864"/>
              <a:gd name="T10" fmla="*/ 2147483646 w 3639"/>
              <a:gd name="T11" fmla="*/ 2147483646 h 7864"/>
              <a:gd name="T12" fmla="*/ 2147483646 w 3639"/>
              <a:gd name="T13" fmla="*/ 0 h 7864"/>
              <a:gd name="T14" fmla="*/ 0 60000 65536"/>
              <a:gd name="T15" fmla="*/ 0 60000 65536"/>
              <a:gd name="T16" fmla="*/ 0 60000 65536"/>
              <a:gd name="T17" fmla="*/ 0 60000 65536"/>
              <a:gd name="T18" fmla="*/ 0 60000 65536"/>
              <a:gd name="T19" fmla="*/ 0 60000 65536"/>
              <a:gd name="T20" fmla="*/ 0 60000 65536"/>
              <a:gd name="T21" fmla="*/ 0 w 3639"/>
              <a:gd name="T22" fmla="*/ 0 h 7864"/>
              <a:gd name="T23" fmla="*/ 3639 w 3639"/>
              <a:gd name="T24" fmla="*/ 7864 h 78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39" h="7864">
                <a:moveTo>
                  <a:pt x="1473" y="0"/>
                </a:moveTo>
                <a:lnTo>
                  <a:pt x="0" y="4211"/>
                </a:lnTo>
                <a:lnTo>
                  <a:pt x="445" y="4917"/>
                </a:lnTo>
                <a:lnTo>
                  <a:pt x="189" y="5411"/>
                </a:lnTo>
                <a:lnTo>
                  <a:pt x="1067" y="7863"/>
                </a:lnTo>
                <a:lnTo>
                  <a:pt x="3638" y="5146"/>
                </a:lnTo>
                <a:lnTo>
                  <a:pt x="147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33795" name="Group 27">
            <a:extLst>
              <a:ext uri="{FF2B5EF4-FFF2-40B4-BE49-F238E27FC236}">
                <a16:creationId xmlns:a16="http://schemas.microsoft.com/office/drawing/2014/main" xmlns="" id="{61684D7F-1E76-22A6-A2FB-B9AA798FF85A}"/>
              </a:ext>
            </a:extLst>
          </p:cNvPr>
          <p:cNvGrpSpPr>
            <a:grpSpLocks/>
          </p:cNvGrpSpPr>
          <p:nvPr/>
        </p:nvGrpSpPr>
        <p:grpSpPr bwMode="auto">
          <a:xfrm>
            <a:off x="6596063" y="4014788"/>
            <a:ext cx="1309687" cy="2830512"/>
            <a:chOff x="4155" y="2529"/>
            <a:chExt cx="825" cy="1783"/>
          </a:xfrm>
        </p:grpSpPr>
        <p:sp>
          <p:nvSpPr>
            <p:cNvPr id="33807" name="Freeform 28">
              <a:extLst>
                <a:ext uri="{FF2B5EF4-FFF2-40B4-BE49-F238E27FC236}">
                  <a16:creationId xmlns:a16="http://schemas.microsoft.com/office/drawing/2014/main" xmlns="" id="{5B9719EC-39E8-6D43-94B4-0695A206EAE1}"/>
                </a:ext>
              </a:extLst>
            </p:cNvPr>
            <p:cNvSpPr>
              <a:spLocks noChangeArrowheads="1"/>
            </p:cNvSpPr>
            <p:nvPr/>
          </p:nvSpPr>
          <p:spPr bwMode="auto">
            <a:xfrm>
              <a:off x="4155" y="2529"/>
              <a:ext cx="826" cy="1784"/>
            </a:xfrm>
            <a:custGeom>
              <a:avLst/>
              <a:gdLst>
                <a:gd name="T0" fmla="*/ 0 w 3644"/>
                <a:gd name="T1" fmla="*/ 0 h 7868"/>
                <a:gd name="T2" fmla="*/ 0 w 3644"/>
                <a:gd name="T3" fmla="*/ 0 h 7868"/>
                <a:gd name="T4" fmla="*/ 0 w 3644"/>
                <a:gd name="T5" fmla="*/ 0 h 7868"/>
                <a:gd name="T6" fmla="*/ 0 w 3644"/>
                <a:gd name="T7" fmla="*/ 0 h 7868"/>
                <a:gd name="T8" fmla="*/ 0 w 3644"/>
                <a:gd name="T9" fmla="*/ 0 h 7868"/>
                <a:gd name="T10" fmla="*/ 0 w 3644"/>
                <a:gd name="T11" fmla="*/ 0 h 7868"/>
                <a:gd name="T12" fmla="*/ 0 w 3644"/>
                <a:gd name="T13" fmla="*/ 0 h 7868"/>
                <a:gd name="T14" fmla="*/ 0 60000 65536"/>
                <a:gd name="T15" fmla="*/ 0 60000 65536"/>
                <a:gd name="T16" fmla="*/ 0 60000 65536"/>
                <a:gd name="T17" fmla="*/ 0 60000 65536"/>
                <a:gd name="T18" fmla="*/ 0 60000 65536"/>
                <a:gd name="T19" fmla="*/ 0 60000 65536"/>
                <a:gd name="T20" fmla="*/ 0 60000 65536"/>
                <a:gd name="T21" fmla="*/ 0 w 3644"/>
                <a:gd name="T22" fmla="*/ 0 h 7868"/>
                <a:gd name="T23" fmla="*/ 3644 w 3644"/>
                <a:gd name="T24" fmla="*/ 7868 h 78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 h="7868">
                  <a:moveTo>
                    <a:pt x="1475" y="0"/>
                  </a:moveTo>
                  <a:lnTo>
                    <a:pt x="0" y="4213"/>
                  </a:lnTo>
                  <a:lnTo>
                    <a:pt x="445" y="4920"/>
                  </a:lnTo>
                  <a:lnTo>
                    <a:pt x="189" y="5414"/>
                  </a:lnTo>
                  <a:lnTo>
                    <a:pt x="1068" y="7867"/>
                  </a:lnTo>
                  <a:lnTo>
                    <a:pt x="3643" y="5149"/>
                  </a:lnTo>
                  <a:lnTo>
                    <a:pt x="147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808" name="AutoShape 29">
              <a:extLst>
                <a:ext uri="{FF2B5EF4-FFF2-40B4-BE49-F238E27FC236}">
                  <a16:creationId xmlns:a16="http://schemas.microsoft.com/office/drawing/2014/main" xmlns="" id="{AA01BA88-1ADC-51CF-6445-9B503072BD7A}"/>
                </a:ext>
              </a:extLst>
            </p:cNvPr>
            <p:cNvSpPr>
              <a:spLocks noChangeArrowheads="1"/>
            </p:cNvSpPr>
            <p:nvPr/>
          </p:nvSpPr>
          <p:spPr bwMode="auto">
            <a:xfrm>
              <a:off x="4353" y="3461"/>
              <a:ext cx="383" cy="288"/>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 .</a:t>
              </a:r>
            </a:p>
          </p:txBody>
        </p:sp>
      </p:grpSp>
      <p:pic>
        <p:nvPicPr>
          <p:cNvPr id="33796" name="Picture 41" descr="20&#10;Collision Resolution&#10;• If, when an element is inserted, it hashes to the same&#10;value as an already inserted element, the...">
            <a:extLst>
              <a:ext uri="{FF2B5EF4-FFF2-40B4-BE49-F238E27FC236}">
                <a16:creationId xmlns:a16="http://schemas.microsoft.com/office/drawing/2014/main" xmlns="" id="{9E5B5198-6F74-39E1-99BE-3518AC093B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9050"/>
            <a:ext cx="8924925" cy="670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7" name="AutoShape 48" descr="26&#10;Linear Probing&#10;• In linear probing, collisions are resolved by sequentially&#10;scanning an array (with wraparound) until a...">
            <a:extLst>
              <a:ext uri="{FF2B5EF4-FFF2-40B4-BE49-F238E27FC236}">
                <a16:creationId xmlns:a16="http://schemas.microsoft.com/office/drawing/2014/main" xmlns="" id="{C697DDEE-7F99-A194-BD2F-65F76F1E46BE}"/>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3798" name="AutoShape 49" descr="27&#10;when x=49:&#10;h(49)=49%10=9 (Collision )&#10;so insert key 49 in hash-table in next&#10;possible vacant location of 9 is 0&#10; when...">
            <a:extLst>
              <a:ext uri="{FF2B5EF4-FFF2-40B4-BE49-F238E27FC236}">
                <a16:creationId xmlns:a16="http://schemas.microsoft.com/office/drawing/2014/main" xmlns="" id="{281D368A-4C70-9C42-5A09-9A03FF285968}"/>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3799" name="AutoShape 50" descr="28&#10;Disadvantage of linear probing is :&#10;Primary Clustering problem&#10;• As long as table is big enough, a free cell can always...">
            <a:extLst>
              <a:ext uri="{FF2B5EF4-FFF2-40B4-BE49-F238E27FC236}">
                <a16:creationId xmlns:a16="http://schemas.microsoft.com/office/drawing/2014/main" xmlns="" id="{8564B9F1-E8BA-4318-D308-DD4701C89F55}"/>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3800" name="AutoShape 51" descr="29&#10; Quadratic probing is a collision resolution method that eliminates the&#10;primary clustering problem take place in a lin...">
            <a:extLst>
              <a:ext uri="{FF2B5EF4-FFF2-40B4-BE49-F238E27FC236}">
                <a16:creationId xmlns:a16="http://schemas.microsoft.com/office/drawing/2014/main" xmlns="" id="{8752A16B-A5EE-913C-17E1-99B579459ACA}"/>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3801" name="AutoShape 52" descr="30&#10;solution:&#10;when x=89:&#10;h(89)=89%10=9&#10;insert key 89 in hash-table in location 9&#10;when x=18:&#10;h(18)=18%10=8&#10;insert key 18 in ...">
            <a:extLst>
              <a:ext uri="{FF2B5EF4-FFF2-40B4-BE49-F238E27FC236}">
                <a16:creationId xmlns:a16="http://schemas.microsoft.com/office/drawing/2014/main" xmlns="" id="{5D85AE38-3BDB-CD5E-B577-47104B7D85D6}"/>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3802" name="AutoShape 53" descr="31&#10;when x=69:&#10;h(89)=69%10=9 (Collision )&#10;so use following hash function,&#10;h1(69)=(9 + 1)%10=0&#10;again collision occurs use ag...">
            <a:extLst>
              <a:ext uri="{FF2B5EF4-FFF2-40B4-BE49-F238E27FC236}">
                <a16:creationId xmlns:a16="http://schemas.microsoft.com/office/drawing/2014/main" xmlns="" id="{806DFEB5-C5C3-5112-3B7B-AF29D59F4736}"/>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3803" name="AutoShape 54" descr="32&#10;Double Hashing&#10; To eliminate both types of clustering one way is double hashing.&#10; It involves two hash functions, h1(...">
            <a:extLst>
              <a:ext uri="{FF2B5EF4-FFF2-40B4-BE49-F238E27FC236}">
                <a16:creationId xmlns:a16="http://schemas.microsoft.com/office/drawing/2014/main" xmlns="" id="{FCA123A0-3AB3-F3A6-56CC-A76C62335D60}"/>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3804" name="AutoShape 55" descr="33&#10; when x=49:&#10;h(49)=49%10=9 (Collision )&#10;so use following hash function,&#10;h1(49)=(9 + 1(7- 49%7))%10&#10;= (9 + (7-0) ) % 10&#10;...">
            <a:extLst>
              <a:ext uri="{FF2B5EF4-FFF2-40B4-BE49-F238E27FC236}">
                <a16:creationId xmlns:a16="http://schemas.microsoft.com/office/drawing/2014/main" xmlns="" id="{62D76D15-91F8-8BE4-5E6F-8EACB31F1DAB}"/>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3805" name="AutoShape 56" descr="34&#10; ">
            <a:extLst>
              <a:ext uri="{FF2B5EF4-FFF2-40B4-BE49-F238E27FC236}">
                <a16:creationId xmlns:a16="http://schemas.microsoft.com/office/drawing/2014/main" xmlns="" id="{6F6B1090-B177-E4C8-2908-217A6354DA12}"/>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3806" name="AutoShape 47" descr="25&#10;Open Addressing&#10;• More formally:&#10;– Cells h0(x), h1(x), h2(x), …are tried in succession&#10;where, hi(x) = (hash(x) + f(i)) ...">
            <a:extLst>
              <a:ext uri="{FF2B5EF4-FFF2-40B4-BE49-F238E27FC236}">
                <a16:creationId xmlns:a16="http://schemas.microsoft.com/office/drawing/2014/main" xmlns="" id="{756D9D81-2B47-1693-F6F2-38F28DD69415}"/>
              </a:ext>
            </a:extLst>
          </p:cNvPr>
          <p:cNvSpPr>
            <a:spLocks noChangeAspect="1" noChangeArrowheads="1"/>
          </p:cNvSpPr>
          <p:nvPr/>
        </p:nvSpPr>
        <p:spPr bwMode="auto">
          <a:xfrm>
            <a:off x="34925" y="7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Tree>
  </p:cSld>
  <p:clrMapOvr>
    <a:masterClrMapping/>
  </p:clrMapOvr>
  <p:transition>
    <p:pull dir="l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reeform 2">
            <a:extLst>
              <a:ext uri="{FF2B5EF4-FFF2-40B4-BE49-F238E27FC236}">
                <a16:creationId xmlns:a16="http://schemas.microsoft.com/office/drawing/2014/main" xmlns="" id="{C20AF19A-86B1-0FA1-B843-520C283B6562}"/>
              </a:ext>
            </a:extLst>
          </p:cNvPr>
          <p:cNvSpPr>
            <a:spLocks noChangeArrowheads="1"/>
          </p:cNvSpPr>
          <p:nvPr/>
        </p:nvSpPr>
        <p:spPr bwMode="auto">
          <a:xfrm>
            <a:off x="6818313" y="3355975"/>
            <a:ext cx="1309687" cy="2830513"/>
          </a:xfrm>
          <a:custGeom>
            <a:avLst/>
            <a:gdLst>
              <a:gd name="T0" fmla="*/ 2147483646 w 3639"/>
              <a:gd name="T1" fmla="*/ 0 h 7864"/>
              <a:gd name="T2" fmla="*/ 0 w 3639"/>
              <a:gd name="T3" fmla="*/ 2147483646 h 7864"/>
              <a:gd name="T4" fmla="*/ 2147483646 w 3639"/>
              <a:gd name="T5" fmla="*/ 2147483646 h 7864"/>
              <a:gd name="T6" fmla="*/ 2147483646 w 3639"/>
              <a:gd name="T7" fmla="*/ 2147483646 h 7864"/>
              <a:gd name="T8" fmla="*/ 2147483646 w 3639"/>
              <a:gd name="T9" fmla="*/ 2147483646 h 7864"/>
              <a:gd name="T10" fmla="*/ 2147483646 w 3639"/>
              <a:gd name="T11" fmla="*/ 2147483646 h 7864"/>
              <a:gd name="T12" fmla="*/ 2147483646 w 3639"/>
              <a:gd name="T13" fmla="*/ 0 h 7864"/>
              <a:gd name="T14" fmla="*/ 0 60000 65536"/>
              <a:gd name="T15" fmla="*/ 0 60000 65536"/>
              <a:gd name="T16" fmla="*/ 0 60000 65536"/>
              <a:gd name="T17" fmla="*/ 0 60000 65536"/>
              <a:gd name="T18" fmla="*/ 0 60000 65536"/>
              <a:gd name="T19" fmla="*/ 0 60000 65536"/>
              <a:gd name="T20" fmla="*/ 0 60000 65536"/>
              <a:gd name="T21" fmla="*/ 0 w 3639"/>
              <a:gd name="T22" fmla="*/ 0 h 7864"/>
              <a:gd name="T23" fmla="*/ 3639 w 3639"/>
              <a:gd name="T24" fmla="*/ 7864 h 78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39" h="7864">
                <a:moveTo>
                  <a:pt x="1473" y="0"/>
                </a:moveTo>
                <a:lnTo>
                  <a:pt x="0" y="4211"/>
                </a:lnTo>
                <a:lnTo>
                  <a:pt x="445" y="4917"/>
                </a:lnTo>
                <a:lnTo>
                  <a:pt x="189" y="5411"/>
                </a:lnTo>
                <a:lnTo>
                  <a:pt x="1067" y="7863"/>
                </a:lnTo>
                <a:lnTo>
                  <a:pt x="3638" y="5146"/>
                </a:lnTo>
                <a:lnTo>
                  <a:pt x="147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35843" name="Group 27">
            <a:extLst>
              <a:ext uri="{FF2B5EF4-FFF2-40B4-BE49-F238E27FC236}">
                <a16:creationId xmlns:a16="http://schemas.microsoft.com/office/drawing/2014/main" xmlns="" id="{72FA76B0-F4F3-0BA3-F18F-D5EBB4A4EE10}"/>
              </a:ext>
            </a:extLst>
          </p:cNvPr>
          <p:cNvGrpSpPr>
            <a:grpSpLocks/>
          </p:cNvGrpSpPr>
          <p:nvPr/>
        </p:nvGrpSpPr>
        <p:grpSpPr bwMode="auto">
          <a:xfrm>
            <a:off x="6596063" y="4014788"/>
            <a:ext cx="1309687" cy="2830512"/>
            <a:chOff x="4155" y="2529"/>
            <a:chExt cx="825" cy="1783"/>
          </a:xfrm>
        </p:grpSpPr>
        <p:sp>
          <p:nvSpPr>
            <p:cNvPr id="35855" name="Freeform 28">
              <a:extLst>
                <a:ext uri="{FF2B5EF4-FFF2-40B4-BE49-F238E27FC236}">
                  <a16:creationId xmlns:a16="http://schemas.microsoft.com/office/drawing/2014/main" xmlns="" id="{7DE9BE50-F747-DF93-8C1B-050DBD047B51}"/>
                </a:ext>
              </a:extLst>
            </p:cNvPr>
            <p:cNvSpPr>
              <a:spLocks noChangeArrowheads="1"/>
            </p:cNvSpPr>
            <p:nvPr/>
          </p:nvSpPr>
          <p:spPr bwMode="auto">
            <a:xfrm>
              <a:off x="4155" y="2529"/>
              <a:ext cx="826" cy="1784"/>
            </a:xfrm>
            <a:custGeom>
              <a:avLst/>
              <a:gdLst>
                <a:gd name="T0" fmla="*/ 0 w 3644"/>
                <a:gd name="T1" fmla="*/ 0 h 7868"/>
                <a:gd name="T2" fmla="*/ 0 w 3644"/>
                <a:gd name="T3" fmla="*/ 0 h 7868"/>
                <a:gd name="T4" fmla="*/ 0 w 3644"/>
                <a:gd name="T5" fmla="*/ 0 h 7868"/>
                <a:gd name="T6" fmla="*/ 0 w 3644"/>
                <a:gd name="T7" fmla="*/ 0 h 7868"/>
                <a:gd name="T8" fmla="*/ 0 w 3644"/>
                <a:gd name="T9" fmla="*/ 0 h 7868"/>
                <a:gd name="T10" fmla="*/ 0 w 3644"/>
                <a:gd name="T11" fmla="*/ 0 h 7868"/>
                <a:gd name="T12" fmla="*/ 0 w 3644"/>
                <a:gd name="T13" fmla="*/ 0 h 7868"/>
                <a:gd name="T14" fmla="*/ 0 60000 65536"/>
                <a:gd name="T15" fmla="*/ 0 60000 65536"/>
                <a:gd name="T16" fmla="*/ 0 60000 65536"/>
                <a:gd name="T17" fmla="*/ 0 60000 65536"/>
                <a:gd name="T18" fmla="*/ 0 60000 65536"/>
                <a:gd name="T19" fmla="*/ 0 60000 65536"/>
                <a:gd name="T20" fmla="*/ 0 60000 65536"/>
                <a:gd name="T21" fmla="*/ 0 w 3644"/>
                <a:gd name="T22" fmla="*/ 0 h 7868"/>
                <a:gd name="T23" fmla="*/ 3644 w 3644"/>
                <a:gd name="T24" fmla="*/ 7868 h 78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 h="7868">
                  <a:moveTo>
                    <a:pt x="1475" y="0"/>
                  </a:moveTo>
                  <a:lnTo>
                    <a:pt x="0" y="4213"/>
                  </a:lnTo>
                  <a:lnTo>
                    <a:pt x="445" y="4920"/>
                  </a:lnTo>
                  <a:lnTo>
                    <a:pt x="189" y="5414"/>
                  </a:lnTo>
                  <a:lnTo>
                    <a:pt x="1068" y="7867"/>
                  </a:lnTo>
                  <a:lnTo>
                    <a:pt x="3643" y="5149"/>
                  </a:lnTo>
                  <a:lnTo>
                    <a:pt x="147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856" name="AutoShape 29">
              <a:extLst>
                <a:ext uri="{FF2B5EF4-FFF2-40B4-BE49-F238E27FC236}">
                  <a16:creationId xmlns:a16="http://schemas.microsoft.com/office/drawing/2014/main" xmlns="" id="{130861A4-CB36-16FD-1EDD-C19733EE522E}"/>
                </a:ext>
              </a:extLst>
            </p:cNvPr>
            <p:cNvSpPr>
              <a:spLocks noChangeArrowheads="1"/>
            </p:cNvSpPr>
            <p:nvPr/>
          </p:nvSpPr>
          <p:spPr bwMode="auto">
            <a:xfrm>
              <a:off x="4353" y="3461"/>
              <a:ext cx="383" cy="288"/>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 .</a:t>
              </a:r>
            </a:p>
          </p:txBody>
        </p:sp>
      </p:grpSp>
      <p:pic>
        <p:nvPicPr>
          <p:cNvPr id="35844" name="Picture 42" descr="21&#10;Separate Chaining&#10;• The idea is to keep a list of all elements that hash to&#10;the same value.&#10;– The array elements are po...">
            <a:extLst>
              <a:ext uri="{FF2B5EF4-FFF2-40B4-BE49-F238E27FC236}">
                <a16:creationId xmlns:a16="http://schemas.microsoft.com/office/drawing/2014/main" xmlns="" id="{CF719084-EFD3-93F9-6FBC-9224C52FBC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850" y="487363"/>
            <a:ext cx="7945438" cy="5964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5" name="AutoShape 48" descr="26&#10;Linear Probing&#10;• In linear probing, collisions are resolved by sequentially&#10;scanning an array (with wraparound) until a...">
            <a:extLst>
              <a:ext uri="{FF2B5EF4-FFF2-40B4-BE49-F238E27FC236}">
                <a16:creationId xmlns:a16="http://schemas.microsoft.com/office/drawing/2014/main" xmlns="" id="{E9B63FDC-36B9-48FF-49EC-4E8CB9EDC33C}"/>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5846" name="AutoShape 49" descr="27&#10;when x=49:&#10;h(49)=49%10=9 (Collision )&#10;so insert key 49 in hash-table in next&#10;possible vacant location of 9 is 0&#10; when...">
            <a:extLst>
              <a:ext uri="{FF2B5EF4-FFF2-40B4-BE49-F238E27FC236}">
                <a16:creationId xmlns:a16="http://schemas.microsoft.com/office/drawing/2014/main" xmlns="" id="{743154FA-A290-C19A-73F4-0D66085A5E17}"/>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5847" name="AutoShape 50" descr="28&#10;Disadvantage of linear probing is :&#10;Primary Clustering problem&#10;• As long as table is big enough, a free cell can always...">
            <a:extLst>
              <a:ext uri="{FF2B5EF4-FFF2-40B4-BE49-F238E27FC236}">
                <a16:creationId xmlns:a16="http://schemas.microsoft.com/office/drawing/2014/main" xmlns="" id="{A31EA273-F29E-477A-670B-C9FDC1D5835B}"/>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5848" name="AutoShape 51" descr="29&#10; Quadratic probing is a collision resolution method that eliminates the&#10;primary clustering problem take place in a lin...">
            <a:extLst>
              <a:ext uri="{FF2B5EF4-FFF2-40B4-BE49-F238E27FC236}">
                <a16:creationId xmlns:a16="http://schemas.microsoft.com/office/drawing/2014/main" xmlns="" id="{02ABB30B-E24A-B8B6-22A1-9C3D5D731F02}"/>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5849" name="AutoShape 52" descr="30&#10;solution:&#10;when x=89:&#10;h(89)=89%10=9&#10;insert key 89 in hash-table in location 9&#10;when x=18:&#10;h(18)=18%10=8&#10;insert key 18 in ...">
            <a:extLst>
              <a:ext uri="{FF2B5EF4-FFF2-40B4-BE49-F238E27FC236}">
                <a16:creationId xmlns:a16="http://schemas.microsoft.com/office/drawing/2014/main" xmlns="" id="{BA055F1E-C966-2D98-173E-2A894511CF8F}"/>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5850" name="AutoShape 53" descr="31&#10;when x=69:&#10;h(89)=69%10=9 (Collision )&#10;so use following hash function,&#10;h1(69)=(9 + 1)%10=0&#10;again collision occurs use ag...">
            <a:extLst>
              <a:ext uri="{FF2B5EF4-FFF2-40B4-BE49-F238E27FC236}">
                <a16:creationId xmlns:a16="http://schemas.microsoft.com/office/drawing/2014/main" xmlns="" id="{8089873E-56E7-C327-3466-94C6BE5CA2DF}"/>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5851" name="AutoShape 54" descr="32&#10;Double Hashing&#10; To eliminate both types of clustering one way is double hashing.&#10; It involves two hash functions, h1(...">
            <a:extLst>
              <a:ext uri="{FF2B5EF4-FFF2-40B4-BE49-F238E27FC236}">
                <a16:creationId xmlns:a16="http://schemas.microsoft.com/office/drawing/2014/main" xmlns="" id="{B5229D6F-F357-74E8-5AC3-08DD6FE0A92B}"/>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5852" name="AutoShape 55" descr="33&#10; when x=49:&#10;h(49)=49%10=9 (Collision )&#10;so use following hash function,&#10;h1(49)=(9 + 1(7- 49%7))%10&#10;= (9 + (7-0) ) % 10&#10;...">
            <a:extLst>
              <a:ext uri="{FF2B5EF4-FFF2-40B4-BE49-F238E27FC236}">
                <a16:creationId xmlns:a16="http://schemas.microsoft.com/office/drawing/2014/main" xmlns="" id="{502063D6-258A-DE26-6096-EC6E66FF7E67}"/>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5853" name="AutoShape 56" descr="34&#10; ">
            <a:extLst>
              <a:ext uri="{FF2B5EF4-FFF2-40B4-BE49-F238E27FC236}">
                <a16:creationId xmlns:a16="http://schemas.microsoft.com/office/drawing/2014/main" xmlns="" id="{88707A51-B159-F0F4-B83A-B13FDB72C25B}"/>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5854" name="AutoShape 47" descr="25&#10;Open Addressing&#10;• More formally:&#10;– Cells h0(x), h1(x), h2(x), …are tried in succession&#10;where, hi(x) = (hash(x) + f(i)) ...">
            <a:extLst>
              <a:ext uri="{FF2B5EF4-FFF2-40B4-BE49-F238E27FC236}">
                <a16:creationId xmlns:a16="http://schemas.microsoft.com/office/drawing/2014/main" xmlns="" id="{FD3757A1-EFF7-F7D3-7C46-817C32D6DB94}"/>
              </a:ext>
            </a:extLst>
          </p:cNvPr>
          <p:cNvSpPr>
            <a:spLocks noChangeAspect="1" noChangeArrowheads="1"/>
          </p:cNvSpPr>
          <p:nvPr/>
        </p:nvSpPr>
        <p:spPr bwMode="auto">
          <a:xfrm>
            <a:off x="34925" y="7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Tree>
  </p:cSld>
  <p:clrMapOvr>
    <a:masterClrMapping/>
  </p:clrMapOvr>
  <p:transition>
    <p:pull dir="l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reeform 2">
            <a:extLst>
              <a:ext uri="{FF2B5EF4-FFF2-40B4-BE49-F238E27FC236}">
                <a16:creationId xmlns:a16="http://schemas.microsoft.com/office/drawing/2014/main" xmlns="" id="{7E2407A9-7D78-6BE1-E566-E54905A7AECC}"/>
              </a:ext>
            </a:extLst>
          </p:cNvPr>
          <p:cNvSpPr>
            <a:spLocks noChangeArrowheads="1"/>
          </p:cNvSpPr>
          <p:nvPr/>
        </p:nvSpPr>
        <p:spPr bwMode="auto">
          <a:xfrm>
            <a:off x="6818313" y="3355975"/>
            <a:ext cx="1309687" cy="2830513"/>
          </a:xfrm>
          <a:custGeom>
            <a:avLst/>
            <a:gdLst>
              <a:gd name="T0" fmla="*/ 2147483646 w 3639"/>
              <a:gd name="T1" fmla="*/ 0 h 7864"/>
              <a:gd name="T2" fmla="*/ 0 w 3639"/>
              <a:gd name="T3" fmla="*/ 2147483646 h 7864"/>
              <a:gd name="T4" fmla="*/ 2147483646 w 3639"/>
              <a:gd name="T5" fmla="*/ 2147483646 h 7864"/>
              <a:gd name="T6" fmla="*/ 2147483646 w 3639"/>
              <a:gd name="T7" fmla="*/ 2147483646 h 7864"/>
              <a:gd name="T8" fmla="*/ 2147483646 w 3639"/>
              <a:gd name="T9" fmla="*/ 2147483646 h 7864"/>
              <a:gd name="T10" fmla="*/ 2147483646 w 3639"/>
              <a:gd name="T11" fmla="*/ 2147483646 h 7864"/>
              <a:gd name="T12" fmla="*/ 2147483646 w 3639"/>
              <a:gd name="T13" fmla="*/ 0 h 7864"/>
              <a:gd name="T14" fmla="*/ 0 60000 65536"/>
              <a:gd name="T15" fmla="*/ 0 60000 65536"/>
              <a:gd name="T16" fmla="*/ 0 60000 65536"/>
              <a:gd name="T17" fmla="*/ 0 60000 65536"/>
              <a:gd name="T18" fmla="*/ 0 60000 65536"/>
              <a:gd name="T19" fmla="*/ 0 60000 65536"/>
              <a:gd name="T20" fmla="*/ 0 60000 65536"/>
              <a:gd name="T21" fmla="*/ 0 w 3639"/>
              <a:gd name="T22" fmla="*/ 0 h 7864"/>
              <a:gd name="T23" fmla="*/ 3639 w 3639"/>
              <a:gd name="T24" fmla="*/ 7864 h 78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39" h="7864">
                <a:moveTo>
                  <a:pt x="1473" y="0"/>
                </a:moveTo>
                <a:lnTo>
                  <a:pt x="0" y="4211"/>
                </a:lnTo>
                <a:lnTo>
                  <a:pt x="445" y="4917"/>
                </a:lnTo>
                <a:lnTo>
                  <a:pt x="189" y="5411"/>
                </a:lnTo>
                <a:lnTo>
                  <a:pt x="1067" y="7863"/>
                </a:lnTo>
                <a:lnTo>
                  <a:pt x="3638" y="5146"/>
                </a:lnTo>
                <a:lnTo>
                  <a:pt x="147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891" name="Freeform 28">
            <a:extLst>
              <a:ext uri="{FF2B5EF4-FFF2-40B4-BE49-F238E27FC236}">
                <a16:creationId xmlns:a16="http://schemas.microsoft.com/office/drawing/2014/main" xmlns="" id="{C91DDE8D-83EA-3721-4B9E-2D5B0CF58CE4}"/>
              </a:ext>
            </a:extLst>
          </p:cNvPr>
          <p:cNvSpPr>
            <a:spLocks noChangeArrowheads="1"/>
          </p:cNvSpPr>
          <p:nvPr/>
        </p:nvSpPr>
        <p:spPr bwMode="auto">
          <a:xfrm>
            <a:off x="6596063" y="4014788"/>
            <a:ext cx="1311275" cy="2832100"/>
          </a:xfrm>
          <a:custGeom>
            <a:avLst/>
            <a:gdLst>
              <a:gd name="T0" fmla="*/ 129544 w 3644"/>
              <a:gd name="T1" fmla="*/ 0 h 7868"/>
              <a:gd name="T2" fmla="*/ 0 w 3644"/>
              <a:gd name="T3" fmla="*/ 259165 h 7868"/>
              <a:gd name="T4" fmla="*/ 0 w 3644"/>
              <a:gd name="T5" fmla="*/ 388748 h 7868"/>
              <a:gd name="T6" fmla="*/ 0 w 3644"/>
              <a:gd name="T7" fmla="*/ 388748 h 7868"/>
              <a:gd name="T8" fmla="*/ 129544 w 3644"/>
              <a:gd name="T9" fmla="*/ 647913 h 7868"/>
              <a:gd name="T10" fmla="*/ 259088 w 3644"/>
              <a:gd name="T11" fmla="*/ 388748 h 7868"/>
              <a:gd name="T12" fmla="*/ 129544 w 3644"/>
              <a:gd name="T13" fmla="*/ 0 h 7868"/>
              <a:gd name="T14" fmla="*/ 0 60000 65536"/>
              <a:gd name="T15" fmla="*/ 0 60000 65536"/>
              <a:gd name="T16" fmla="*/ 0 60000 65536"/>
              <a:gd name="T17" fmla="*/ 0 60000 65536"/>
              <a:gd name="T18" fmla="*/ 0 60000 65536"/>
              <a:gd name="T19" fmla="*/ 0 60000 65536"/>
              <a:gd name="T20" fmla="*/ 0 60000 65536"/>
              <a:gd name="T21" fmla="*/ 0 w 3644"/>
              <a:gd name="T22" fmla="*/ 0 h 7868"/>
              <a:gd name="T23" fmla="*/ 3644 w 3644"/>
              <a:gd name="T24" fmla="*/ 7868 h 78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 h="7868">
                <a:moveTo>
                  <a:pt x="1475" y="0"/>
                </a:moveTo>
                <a:lnTo>
                  <a:pt x="0" y="4213"/>
                </a:lnTo>
                <a:lnTo>
                  <a:pt x="445" y="4920"/>
                </a:lnTo>
                <a:lnTo>
                  <a:pt x="189" y="5414"/>
                </a:lnTo>
                <a:lnTo>
                  <a:pt x="1068" y="7867"/>
                </a:lnTo>
                <a:lnTo>
                  <a:pt x="3643" y="5149"/>
                </a:lnTo>
                <a:lnTo>
                  <a:pt x="147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892" name="AutoShape 48" descr="26&#10;Linear Probing&#10;• In linear probing, collisions are resolved by sequentially&#10;scanning an array (with wraparound) until a...">
            <a:extLst>
              <a:ext uri="{FF2B5EF4-FFF2-40B4-BE49-F238E27FC236}">
                <a16:creationId xmlns:a16="http://schemas.microsoft.com/office/drawing/2014/main" xmlns="" id="{774058A8-9485-AED5-7470-7026C954ECCD}"/>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7893" name="AutoShape 49" descr="27&#10;when x=49:&#10;h(49)=49%10=9 (Collision )&#10;so insert key 49 in hash-table in next&#10;possible vacant location of 9 is 0&#10; when...">
            <a:extLst>
              <a:ext uri="{FF2B5EF4-FFF2-40B4-BE49-F238E27FC236}">
                <a16:creationId xmlns:a16="http://schemas.microsoft.com/office/drawing/2014/main" xmlns="" id="{53623891-C797-97F2-B8C7-279F7069A219}"/>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7894" name="AutoShape 50" descr="28&#10;Disadvantage of linear probing is :&#10;Primary Clustering problem&#10;• As long as table is big enough, a free cell can always...">
            <a:extLst>
              <a:ext uri="{FF2B5EF4-FFF2-40B4-BE49-F238E27FC236}">
                <a16:creationId xmlns:a16="http://schemas.microsoft.com/office/drawing/2014/main" xmlns="" id="{C2A064A1-A383-C91F-7047-A312EDD584E7}"/>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7895" name="AutoShape 51" descr="29&#10; Quadratic probing is a collision resolution method that eliminates the&#10;primary clustering problem take place in a lin...">
            <a:extLst>
              <a:ext uri="{FF2B5EF4-FFF2-40B4-BE49-F238E27FC236}">
                <a16:creationId xmlns:a16="http://schemas.microsoft.com/office/drawing/2014/main" xmlns="" id="{1A8918CB-55C4-8797-B84F-143FA02B2771}"/>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7896" name="AutoShape 52" descr="30&#10;solution:&#10;when x=89:&#10;h(89)=89%10=9&#10;insert key 89 in hash-table in location 9&#10;when x=18:&#10;h(18)=18%10=8&#10;insert key 18 in ...">
            <a:extLst>
              <a:ext uri="{FF2B5EF4-FFF2-40B4-BE49-F238E27FC236}">
                <a16:creationId xmlns:a16="http://schemas.microsoft.com/office/drawing/2014/main" xmlns="" id="{9D9A5BA5-113A-9AF1-15B0-C2D39E74F8C5}"/>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7897" name="AutoShape 53" descr="31&#10;when x=69:&#10;h(89)=69%10=9 (Collision )&#10;so use following hash function,&#10;h1(69)=(9 + 1)%10=0&#10;again collision occurs use ag...">
            <a:extLst>
              <a:ext uri="{FF2B5EF4-FFF2-40B4-BE49-F238E27FC236}">
                <a16:creationId xmlns:a16="http://schemas.microsoft.com/office/drawing/2014/main" xmlns="" id="{AFF0E259-0F69-FD8D-A63D-9603F452D664}"/>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7898" name="AutoShape 54" descr="32&#10;Double Hashing&#10; To eliminate both types of clustering one way is double hashing.&#10; It involves two hash functions, h1(...">
            <a:extLst>
              <a:ext uri="{FF2B5EF4-FFF2-40B4-BE49-F238E27FC236}">
                <a16:creationId xmlns:a16="http://schemas.microsoft.com/office/drawing/2014/main" xmlns="" id="{03D6C602-E072-4E4D-2D19-849AD989AF9A}"/>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7899" name="AutoShape 55" descr="33&#10; when x=49:&#10;h(49)=49%10=9 (Collision )&#10;so use following hash function,&#10;h1(49)=(9 + 1(7- 49%7))%10&#10;= (9 + (7-0) ) % 10&#10;...">
            <a:extLst>
              <a:ext uri="{FF2B5EF4-FFF2-40B4-BE49-F238E27FC236}">
                <a16:creationId xmlns:a16="http://schemas.microsoft.com/office/drawing/2014/main" xmlns="" id="{8AE4BFB7-3D5E-2E85-4F85-E1479904B51B}"/>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7900" name="AutoShape 56" descr="34&#10; ">
            <a:extLst>
              <a:ext uri="{FF2B5EF4-FFF2-40B4-BE49-F238E27FC236}">
                <a16:creationId xmlns:a16="http://schemas.microsoft.com/office/drawing/2014/main" xmlns="" id="{827CF9CC-41D9-BB88-5612-EF2B7B8A8C2C}"/>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7901" name="AutoShape 47" descr="25&#10;Open Addressing&#10;• More formally:&#10;– Cells h0(x), h1(x), h2(x), …are tried in succession&#10;where, hi(x) = (hash(x) + f(i)) ...">
            <a:extLst>
              <a:ext uri="{FF2B5EF4-FFF2-40B4-BE49-F238E27FC236}">
                <a16:creationId xmlns:a16="http://schemas.microsoft.com/office/drawing/2014/main" xmlns="" id="{3CB041CB-646F-8A41-9384-1C72614ED72A}"/>
              </a:ext>
            </a:extLst>
          </p:cNvPr>
          <p:cNvSpPr>
            <a:spLocks noChangeAspect="1" noChangeArrowheads="1"/>
          </p:cNvSpPr>
          <p:nvPr/>
        </p:nvSpPr>
        <p:spPr bwMode="auto">
          <a:xfrm>
            <a:off x="34925" y="7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pic>
        <p:nvPicPr>
          <p:cNvPr id="37902" name="Picture 2" descr="hashChaining">
            <a:extLst>
              <a:ext uri="{FF2B5EF4-FFF2-40B4-BE49-F238E27FC236}">
                <a16:creationId xmlns:a16="http://schemas.microsoft.com/office/drawing/2014/main" xmlns="" id="{EFC5ECBE-BD2A-60DF-405A-EAF194EAD6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0413" y="738188"/>
            <a:ext cx="7623175" cy="603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xmlns="" id="{329B94E2-1827-ED5F-C701-C72D073CFE56}"/>
              </a:ext>
            </a:extLst>
          </p:cNvPr>
          <p:cNvSpPr/>
          <p:nvPr/>
        </p:nvSpPr>
        <p:spPr>
          <a:xfrm>
            <a:off x="111125" y="136525"/>
            <a:ext cx="8921750" cy="368300"/>
          </a:xfrm>
          <a:prstGeom prst="rect">
            <a:avLst/>
          </a:prstGeom>
        </p:spPr>
        <p:txBody>
          <a:bodyPr>
            <a:spAutoFit/>
          </a:bodyPr>
          <a:lstStyle/>
          <a:p>
            <a:pPr>
              <a:defRPr/>
            </a:pPr>
            <a:r>
              <a:rPr lang="en-US" dirty="0">
                <a:latin typeface="+mj-lt"/>
                <a:ea typeface="Times New Roman" panose="02020603050405020304" pitchFamily="18" charset="0"/>
                <a:cs typeface="Times New Roman" panose="02020603050405020304" pitchFamily="18" charset="0"/>
              </a:rPr>
              <a:t>A simple hash function as “</a:t>
            </a:r>
            <a:r>
              <a:rPr lang="en-US" b="1" dirty="0">
                <a:latin typeface="+mj-lt"/>
              </a:rPr>
              <a:t>key mod 7</a:t>
            </a:r>
            <a:r>
              <a:rPr lang="en-US" dirty="0">
                <a:latin typeface="+mj-lt"/>
              </a:rPr>
              <a:t>” and sequence of keys as 50, 700, 76, 85, 92, 73, 101.</a:t>
            </a:r>
          </a:p>
        </p:txBody>
      </p:sp>
    </p:spTree>
  </p:cSld>
  <p:clrMapOvr>
    <a:masterClrMapping/>
  </p:clrMapOvr>
  <p:transition>
    <p:pull dir="l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Freeform 2">
            <a:extLst>
              <a:ext uri="{FF2B5EF4-FFF2-40B4-BE49-F238E27FC236}">
                <a16:creationId xmlns:a16="http://schemas.microsoft.com/office/drawing/2014/main" xmlns="" id="{BF5C169D-49B5-B2C7-3489-8BBED34B6A33}"/>
              </a:ext>
            </a:extLst>
          </p:cNvPr>
          <p:cNvSpPr>
            <a:spLocks noChangeArrowheads="1"/>
          </p:cNvSpPr>
          <p:nvPr/>
        </p:nvSpPr>
        <p:spPr bwMode="auto">
          <a:xfrm>
            <a:off x="6818313" y="3355975"/>
            <a:ext cx="1309687" cy="2830513"/>
          </a:xfrm>
          <a:custGeom>
            <a:avLst/>
            <a:gdLst>
              <a:gd name="T0" fmla="*/ 2147483646 w 3639"/>
              <a:gd name="T1" fmla="*/ 0 h 7864"/>
              <a:gd name="T2" fmla="*/ 0 w 3639"/>
              <a:gd name="T3" fmla="*/ 2147483646 h 7864"/>
              <a:gd name="T4" fmla="*/ 2147483646 w 3639"/>
              <a:gd name="T5" fmla="*/ 2147483646 h 7864"/>
              <a:gd name="T6" fmla="*/ 2147483646 w 3639"/>
              <a:gd name="T7" fmla="*/ 2147483646 h 7864"/>
              <a:gd name="T8" fmla="*/ 2147483646 w 3639"/>
              <a:gd name="T9" fmla="*/ 2147483646 h 7864"/>
              <a:gd name="T10" fmla="*/ 2147483646 w 3639"/>
              <a:gd name="T11" fmla="*/ 2147483646 h 7864"/>
              <a:gd name="T12" fmla="*/ 2147483646 w 3639"/>
              <a:gd name="T13" fmla="*/ 0 h 7864"/>
              <a:gd name="T14" fmla="*/ 0 60000 65536"/>
              <a:gd name="T15" fmla="*/ 0 60000 65536"/>
              <a:gd name="T16" fmla="*/ 0 60000 65536"/>
              <a:gd name="T17" fmla="*/ 0 60000 65536"/>
              <a:gd name="T18" fmla="*/ 0 60000 65536"/>
              <a:gd name="T19" fmla="*/ 0 60000 65536"/>
              <a:gd name="T20" fmla="*/ 0 60000 65536"/>
              <a:gd name="T21" fmla="*/ 0 w 3639"/>
              <a:gd name="T22" fmla="*/ 0 h 7864"/>
              <a:gd name="T23" fmla="*/ 3639 w 3639"/>
              <a:gd name="T24" fmla="*/ 7864 h 78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39" h="7864">
                <a:moveTo>
                  <a:pt x="1473" y="0"/>
                </a:moveTo>
                <a:lnTo>
                  <a:pt x="0" y="4211"/>
                </a:lnTo>
                <a:lnTo>
                  <a:pt x="445" y="4917"/>
                </a:lnTo>
                <a:lnTo>
                  <a:pt x="189" y="5411"/>
                </a:lnTo>
                <a:lnTo>
                  <a:pt x="1067" y="7863"/>
                </a:lnTo>
                <a:lnTo>
                  <a:pt x="3638" y="5146"/>
                </a:lnTo>
                <a:lnTo>
                  <a:pt x="147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39939" name="Group 27">
            <a:extLst>
              <a:ext uri="{FF2B5EF4-FFF2-40B4-BE49-F238E27FC236}">
                <a16:creationId xmlns:a16="http://schemas.microsoft.com/office/drawing/2014/main" xmlns="" id="{A1EFDF84-A11F-FC6B-E9CA-7D42DA2F9DCD}"/>
              </a:ext>
            </a:extLst>
          </p:cNvPr>
          <p:cNvGrpSpPr>
            <a:grpSpLocks/>
          </p:cNvGrpSpPr>
          <p:nvPr/>
        </p:nvGrpSpPr>
        <p:grpSpPr bwMode="auto">
          <a:xfrm>
            <a:off x="6596063" y="4014788"/>
            <a:ext cx="1309687" cy="2830512"/>
            <a:chOff x="4155" y="2529"/>
            <a:chExt cx="825" cy="1783"/>
          </a:xfrm>
        </p:grpSpPr>
        <p:sp>
          <p:nvSpPr>
            <p:cNvPr id="39951" name="Freeform 28">
              <a:extLst>
                <a:ext uri="{FF2B5EF4-FFF2-40B4-BE49-F238E27FC236}">
                  <a16:creationId xmlns:a16="http://schemas.microsoft.com/office/drawing/2014/main" xmlns="" id="{0ED6DD28-685B-FA1A-820F-1AD9C1C99975}"/>
                </a:ext>
              </a:extLst>
            </p:cNvPr>
            <p:cNvSpPr>
              <a:spLocks noChangeArrowheads="1"/>
            </p:cNvSpPr>
            <p:nvPr/>
          </p:nvSpPr>
          <p:spPr bwMode="auto">
            <a:xfrm>
              <a:off x="4155" y="2529"/>
              <a:ext cx="826" cy="1784"/>
            </a:xfrm>
            <a:custGeom>
              <a:avLst/>
              <a:gdLst>
                <a:gd name="T0" fmla="*/ 0 w 3644"/>
                <a:gd name="T1" fmla="*/ 0 h 7868"/>
                <a:gd name="T2" fmla="*/ 0 w 3644"/>
                <a:gd name="T3" fmla="*/ 0 h 7868"/>
                <a:gd name="T4" fmla="*/ 0 w 3644"/>
                <a:gd name="T5" fmla="*/ 0 h 7868"/>
                <a:gd name="T6" fmla="*/ 0 w 3644"/>
                <a:gd name="T7" fmla="*/ 0 h 7868"/>
                <a:gd name="T8" fmla="*/ 0 w 3644"/>
                <a:gd name="T9" fmla="*/ 0 h 7868"/>
                <a:gd name="T10" fmla="*/ 0 w 3644"/>
                <a:gd name="T11" fmla="*/ 0 h 7868"/>
                <a:gd name="T12" fmla="*/ 0 w 3644"/>
                <a:gd name="T13" fmla="*/ 0 h 7868"/>
                <a:gd name="T14" fmla="*/ 0 60000 65536"/>
                <a:gd name="T15" fmla="*/ 0 60000 65536"/>
                <a:gd name="T16" fmla="*/ 0 60000 65536"/>
                <a:gd name="T17" fmla="*/ 0 60000 65536"/>
                <a:gd name="T18" fmla="*/ 0 60000 65536"/>
                <a:gd name="T19" fmla="*/ 0 60000 65536"/>
                <a:gd name="T20" fmla="*/ 0 60000 65536"/>
                <a:gd name="T21" fmla="*/ 0 w 3644"/>
                <a:gd name="T22" fmla="*/ 0 h 7868"/>
                <a:gd name="T23" fmla="*/ 3644 w 3644"/>
                <a:gd name="T24" fmla="*/ 7868 h 78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 h="7868">
                  <a:moveTo>
                    <a:pt x="1475" y="0"/>
                  </a:moveTo>
                  <a:lnTo>
                    <a:pt x="0" y="4213"/>
                  </a:lnTo>
                  <a:lnTo>
                    <a:pt x="445" y="4920"/>
                  </a:lnTo>
                  <a:lnTo>
                    <a:pt x="189" y="5414"/>
                  </a:lnTo>
                  <a:lnTo>
                    <a:pt x="1068" y="7867"/>
                  </a:lnTo>
                  <a:lnTo>
                    <a:pt x="3643" y="5149"/>
                  </a:lnTo>
                  <a:lnTo>
                    <a:pt x="147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952" name="AutoShape 29">
              <a:extLst>
                <a:ext uri="{FF2B5EF4-FFF2-40B4-BE49-F238E27FC236}">
                  <a16:creationId xmlns:a16="http://schemas.microsoft.com/office/drawing/2014/main" xmlns="" id="{E575F9D7-A14D-E351-F764-CA295863AEED}"/>
                </a:ext>
              </a:extLst>
            </p:cNvPr>
            <p:cNvSpPr>
              <a:spLocks noChangeArrowheads="1"/>
            </p:cNvSpPr>
            <p:nvPr/>
          </p:nvSpPr>
          <p:spPr bwMode="auto">
            <a:xfrm>
              <a:off x="4353" y="3461"/>
              <a:ext cx="383" cy="288"/>
            </a:xfrm>
            <a:prstGeom prst="roundRect">
              <a:avLst>
                <a:gd name="adj" fmla="val 34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eaLnBrk="1" hangingPunct="1">
                <a:lnSpc>
                  <a:spcPct val="93000"/>
                </a:lnSpc>
                <a:spcBef>
                  <a:spcPct val="0"/>
                </a:spcBef>
                <a:spcAft>
                  <a:spcPct val="0"/>
                </a:spcAft>
                <a:buClr>
                  <a:srgbClr val="E0E0E0"/>
                </a:buClr>
                <a:buFontTx/>
                <a:buNone/>
              </a:pPr>
              <a:r>
                <a:rPr lang="en-GB" altLang="en-US" b="1">
                  <a:latin typeface="Times New Roman" panose="02020603050405020304" pitchFamily="18" charset="0"/>
                </a:rPr>
                <a:t>. . .</a:t>
              </a:r>
            </a:p>
          </p:txBody>
        </p:sp>
      </p:grpSp>
      <p:pic>
        <p:nvPicPr>
          <p:cNvPr id="39940" name="Picture 40" descr="19&#10;Load Factor of a Hash Table&#10;• Load factor of a hash table T:&#10; = n/m&#10;– n = number of elements stored in the table&#10;– m =...">
            <a:extLst>
              <a:ext uri="{FF2B5EF4-FFF2-40B4-BE49-F238E27FC236}">
                <a16:creationId xmlns:a16="http://schemas.microsoft.com/office/drawing/2014/main" xmlns="" id="{05A1884E-FD0F-2A21-9938-A5AE3D967F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42875"/>
            <a:ext cx="8593138" cy="645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1" name="AutoShape 48" descr="26&#10;Linear Probing&#10;• In linear probing, collisions are resolved by sequentially&#10;scanning an array (with wraparound) until a...">
            <a:extLst>
              <a:ext uri="{FF2B5EF4-FFF2-40B4-BE49-F238E27FC236}">
                <a16:creationId xmlns:a16="http://schemas.microsoft.com/office/drawing/2014/main" xmlns="" id="{0B1F4612-0E24-8F90-F44E-D73105B7CA65}"/>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9942" name="AutoShape 49" descr="27&#10;when x=49:&#10;h(49)=49%10=9 (Collision )&#10;so insert key 49 in hash-table in next&#10;possible vacant location of 9 is 0&#10; when...">
            <a:extLst>
              <a:ext uri="{FF2B5EF4-FFF2-40B4-BE49-F238E27FC236}">
                <a16:creationId xmlns:a16="http://schemas.microsoft.com/office/drawing/2014/main" xmlns="" id="{0ED8B30D-F74D-D413-8703-7C15A472282D}"/>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9943" name="AutoShape 50" descr="28&#10;Disadvantage of linear probing is :&#10;Primary Clustering problem&#10;• As long as table is big enough, a free cell can always...">
            <a:extLst>
              <a:ext uri="{FF2B5EF4-FFF2-40B4-BE49-F238E27FC236}">
                <a16:creationId xmlns:a16="http://schemas.microsoft.com/office/drawing/2014/main" xmlns="" id="{9EB495FA-5B55-AAB7-9A48-563FE01ED5F5}"/>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9944" name="AutoShape 51" descr="29&#10; Quadratic probing is a collision resolution method that eliminates the&#10;primary clustering problem take place in a lin...">
            <a:extLst>
              <a:ext uri="{FF2B5EF4-FFF2-40B4-BE49-F238E27FC236}">
                <a16:creationId xmlns:a16="http://schemas.microsoft.com/office/drawing/2014/main" xmlns="" id="{629CE1C4-2846-6D42-3DAF-FE8FF4EE5E8E}"/>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9945" name="AutoShape 52" descr="30&#10;solution:&#10;when x=89:&#10;h(89)=89%10=9&#10;insert key 89 in hash-table in location 9&#10;when x=18:&#10;h(18)=18%10=8&#10;insert key 18 in ...">
            <a:extLst>
              <a:ext uri="{FF2B5EF4-FFF2-40B4-BE49-F238E27FC236}">
                <a16:creationId xmlns:a16="http://schemas.microsoft.com/office/drawing/2014/main" xmlns="" id="{83717DC5-93A7-9EE1-3FE0-C61D5FE4C434}"/>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9946" name="AutoShape 53" descr="31&#10;when x=69:&#10;h(89)=69%10=9 (Collision )&#10;so use following hash function,&#10;h1(69)=(9 + 1)%10=0&#10;again collision occurs use ag...">
            <a:extLst>
              <a:ext uri="{FF2B5EF4-FFF2-40B4-BE49-F238E27FC236}">
                <a16:creationId xmlns:a16="http://schemas.microsoft.com/office/drawing/2014/main" xmlns="" id="{6961B724-D0F8-EEB6-C2EF-37DD9493BFFB}"/>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9947" name="AutoShape 54" descr="32&#10;Double Hashing&#10; To eliminate both types of clustering one way is double hashing.&#10; It involves two hash functions, h1(...">
            <a:extLst>
              <a:ext uri="{FF2B5EF4-FFF2-40B4-BE49-F238E27FC236}">
                <a16:creationId xmlns:a16="http://schemas.microsoft.com/office/drawing/2014/main" xmlns="" id="{64D758DA-D8B8-C3DB-2ACA-B3AA69387C8F}"/>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9948" name="AutoShape 55" descr="33&#10; when x=49:&#10;h(49)=49%10=9 (Collision )&#10;so use following hash function,&#10;h1(49)=(9 + 1(7- 49%7))%10&#10;= (9 + (7-0) ) % 10&#10;...">
            <a:extLst>
              <a:ext uri="{FF2B5EF4-FFF2-40B4-BE49-F238E27FC236}">
                <a16:creationId xmlns:a16="http://schemas.microsoft.com/office/drawing/2014/main" xmlns="" id="{C2598B03-CBB9-21D0-0A28-9154F843F335}"/>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9949" name="AutoShape 56" descr="34&#10; ">
            <a:extLst>
              <a:ext uri="{FF2B5EF4-FFF2-40B4-BE49-F238E27FC236}">
                <a16:creationId xmlns:a16="http://schemas.microsoft.com/office/drawing/2014/main" xmlns="" id="{209BF22A-6663-E549-C0DE-73875EB7F874}"/>
              </a:ext>
            </a:extLst>
          </p:cNvPr>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
        <p:nvSpPr>
          <p:cNvPr id="39950" name="AutoShape 47" descr="25&#10;Open Addressing&#10;• More formally:&#10;– Cells h0(x), h1(x), h2(x), …are tried in succession&#10;where, hi(x) = (hash(x) + f(i)) ...">
            <a:extLst>
              <a:ext uri="{FF2B5EF4-FFF2-40B4-BE49-F238E27FC236}">
                <a16:creationId xmlns:a16="http://schemas.microsoft.com/office/drawing/2014/main" xmlns="" id="{FB0E5F28-14D9-FF45-84B2-6B1F8D90B4B2}"/>
              </a:ext>
            </a:extLst>
          </p:cNvPr>
          <p:cNvSpPr>
            <a:spLocks noChangeAspect="1" noChangeArrowheads="1"/>
          </p:cNvSpPr>
          <p:nvPr/>
        </p:nvSpPr>
        <p:spPr bwMode="auto">
          <a:xfrm>
            <a:off x="34925" y="7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eaLnBrk="1" hangingPunct="1">
              <a:lnSpc>
                <a:spcPct val="100000"/>
              </a:lnSpc>
              <a:spcBef>
                <a:spcPct val="0"/>
              </a:spcBef>
              <a:spcAft>
                <a:spcPct val="0"/>
              </a:spcAft>
              <a:buClrTx/>
              <a:buFontTx/>
              <a:buNone/>
            </a:pPr>
            <a:endParaRPr lang="en-US" altLang="en-US" sz="1800">
              <a:latin typeface="Times New Roman" panose="02020603050405020304" pitchFamily="18" charset="0"/>
            </a:endParaRPr>
          </a:p>
        </p:txBody>
      </p:sp>
    </p:spTree>
  </p:cSld>
  <p:clrMapOvr>
    <a:masterClrMapping/>
  </p:clrMapOvr>
  <p:transition>
    <p:pull dir="lu"/>
  </p:transition>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41986" name="Picture 45" descr="24&#10;Collision Resolution with&#10;Open Addressing&#10;• Separate chaining has the disadvantage of using&#10;linked lists.&#10;– Requires th...">
            <a:extLst>
              <a:ext uri="{FF2B5EF4-FFF2-40B4-BE49-F238E27FC236}">
                <a16:creationId xmlns:a16="http://schemas.microsoft.com/office/drawing/2014/main" xmlns="" id="{2DEB6677-A995-EE06-136C-52D454EF98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350" y="0"/>
            <a:ext cx="8890000" cy="667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44034" name="Picture 2">
            <a:extLst>
              <a:ext uri="{FF2B5EF4-FFF2-40B4-BE49-F238E27FC236}">
                <a16:creationId xmlns:a16="http://schemas.microsoft.com/office/drawing/2014/main" xmlns="" id="{EBEED7A2-FE48-84B2-3646-D462843C2EA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21889"/>
          <a:stretch>
            <a:fillRect/>
          </a:stretch>
        </p:blipFill>
        <p:spPr bwMode="auto">
          <a:xfrm>
            <a:off x="41275" y="0"/>
            <a:ext cx="1625600" cy="183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5" name="Picture 45" descr="24&#10;Collision Resolution with&#10;Open Addressing&#10;• Separate chaining has the disadvantage of using&#10;linked lists.&#10;– Requires th...">
            <a:extLst>
              <a:ext uri="{FF2B5EF4-FFF2-40B4-BE49-F238E27FC236}">
                <a16:creationId xmlns:a16="http://schemas.microsoft.com/office/drawing/2014/main" xmlns="" id="{1F03E906-1994-C970-34CA-57B673D541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9913" y="1412875"/>
            <a:ext cx="6076950" cy="456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6" name="Picture 2" descr="25&#10;Open Addressing&#10;• More formally:&#10;– Cells h0(x), h1(x), h2(x), …are tried in succession&#10;where, hi(x) = (hash(x) + f(i)) ...">
            <a:extLst>
              <a:ext uri="{FF2B5EF4-FFF2-40B4-BE49-F238E27FC236}">
                <a16:creationId xmlns:a16="http://schemas.microsoft.com/office/drawing/2014/main" xmlns="" id="{D016A96F-40A9-62C6-52B5-33252057A75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9753600" cy="731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46082" name="Picture 2" descr="26&#10;Linear Probing&#10;• In linear probing, collisions are resolved by sequentially&#10;scanning an array (with wraparound) until a...">
            <a:extLst>
              <a:ext uri="{FF2B5EF4-FFF2-40B4-BE49-F238E27FC236}">
                <a16:creationId xmlns:a16="http://schemas.microsoft.com/office/drawing/2014/main" xmlns="" id="{70F7F824-40EA-275A-4A61-B26B5FF5EC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263" y="0"/>
            <a:ext cx="7899400" cy="592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3" name="Rectangle 5">
            <a:extLst>
              <a:ext uri="{FF2B5EF4-FFF2-40B4-BE49-F238E27FC236}">
                <a16:creationId xmlns:a16="http://schemas.microsoft.com/office/drawing/2014/main" xmlns="" id="{158F30D1-8C1B-AEC9-355E-1F7EEBDD26F1}"/>
              </a:ext>
            </a:extLst>
          </p:cNvPr>
          <p:cNvSpPr>
            <a:spLocks noChangeArrowheads="1"/>
          </p:cNvSpPr>
          <p:nvPr/>
        </p:nvSpPr>
        <p:spPr bwMode="auto">
          <a:xfrm>
            <a:off x="2288474" y="6098133"/>
            <a:ext cx="36750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None/>
            </a:pPr>
            <a:r>
              <a:rPr lang="en-US" altLang="en-US" sz="1800" b="1" dirty="0">
                <a:latin typeface="Arial"/>
                <a:cs typeface="Arial"/>
              </a:rPr>
              <a:t>H(X) =  X % TS</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48130" name="Picture 2">
            <a:extLst>
              <a:ext uri="{FF2B5EF4-FFF2-40B4-BE49-F238E27FC236}">
                <a16:creationId xmlns:a16="http://schemas.microsoft.com/office/drawing/2014/main" xmlns="" id="{3C2809BE-A5FE-4A4C-C9D6-5FAF827B1AA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21889"/>
          <a:stretch>
            <a:fillRect/>
          </a:stretch>
        </p:blipFill>
        <p:spPr bwMode="auto">
          <a:xfrm>
            <a:off x="41275" y="0"/>
            <a:ext cx="1625600" cy="183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1" name="Picture 45" descr="24&#10;Collision Resolution with&#10;Open Addressing&#10;• Separate chaining has the disadvantage of using&#10;linked lists.&#10;– Requires th...">
            <a:extLst>
              <a:ext uri="{FF2B5EF4-FFF2-40B4-BE49-F238E27FC236}">
                <a16:creationId xmlns:a16="http://schemas.microsoft.com/office/drawing/2014/main" xmlns="" id="{63B5040A-6566-8EA0-BB36-BDE86A7229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9913" y="1412875"/>
            <a:ext cx="6076950" cy="456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2" name="Picture 2" descr="25&#10;Open Addressing&#10;• More formally:&#10;– Cells h0(x), h1(x), h2(x), …are tried in succession&#10;where, hi(x) = (hash(x) + f(i)) ...">
            <a:extLst>
              <a:ext uri="{FF2B5EF4-FFF2-40B4-BE49-F238E27FC236}">
                <a16:creationId xmlns:a16="http://schemas.microsoft.com/office/drawing/2014/main" xmlns="" id="{22E89C22-A4E7-6793-07AF-51F96CCB3E7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50" y="-136525"/>
            <a:ext cx="9753600" cy="731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3" name="Picture 2" descr="26&#10;Linear Probing&#10;• In linear probing, collisions are resolved by sequentially&#10;scanning an array (with wraparound) until a...">
            <a:extLst>
              <a:ext uri="{FF2B5EF4-FFF2-40B4-BE49-F238E27FC236}">
                <a16:creationId xmlns:a16="http://schemas.microsoft.com/office/drawing/2014/main" xmlns="" id="{52035E1E-13F8-88A5-B198-029C13400B3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150" y="-136525"/>
            <a:ext cx="9753600" cy="731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4" name="Picture 2" descr="27&#10;when x=49:&#10;h(49)=49%10=9 (Collision )&#10;so insert key 49 in hash-table in next&#10;possible vacant location of 9 is 0&#10; when...">
            <a:extLst>
              <a:ext uri="{FF2B5EF4-FFF2-40B4-BE49-F238E27FC236}">
                <a16:creationId xmlns:a16="http://schemas.microsoft.com/office/drawing/2014/main" xmlns="" id="{D13CD25F-09F3-049C-7C4D-9CD5C7C6933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150" y="-136525"/>
            <a:ext cx="9753600" cy="731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50178" name="Picture 2">
            <a:extLst>
              <a:ext uri="{FF2B5EF4-FFF2-40B4-BE49-F238E27FC236}">
                <a16:creationId xmlns:a16="http://schemas.microsoft.com/office/drawing/2014/main" xmlns="" id="{B91EC8D8-3582-B344-73E1-BC536C0FC93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21889"/>
          <a:stretch>
            <a:fillRect/>
          </a:stretch>
        </p:blipFill>
        <p:spPr bwMode="auto">
          <a:xfrm>
            <a:off x="41275" y="0"/>
            <a:ext cx="1625600" cy="183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79" name="Picture 45" descr="24&#10;Collision Resolution with&#10;Open Addressing&#10;• Separate chaining has the disadvantage of using&#10;linked lists.&#10;– Requires th...">
            <a:extLst>
              <a:ext uri="{FF2B5EF4-FFF2-40B4-BE49-F238E27FC236}">
                <a16:creationId xmlns:a16="http://schemas.microsoft.com/office/drawing/2014/main" xmlns="" id="{D0088FE4-E618-0792-5E95-5A47099E13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9913" y="1412875"/>
            <a:ext cx="6076950" cy="456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0" name="Picture 2" descr="25&#10;Open Addressing&#10;• More formally:&#10;– Cells h0(x), h1(x), h2(x), …are tried in succession&#10;where, hi(x) = (hash(x) + f(i)) ...">
            <a:extLst>
              <a:ext uri="{FF2B5EF4-FFF2-40B4-BE49-F238E27FC236}">
                <a16:creationId xmlns:a16="http://schemas.microsoft.com/office/drawing/2014/main" xmlns="" id="{1119917B-B039-9CAE-5A72-C27CB9770BA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50" y="-136525"/>
            <a:ext cx="9753600" cy="731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1" name="Picture 2" descr="26&#10;Linear Probing&#10;• In linear probing, collisions are resolved by sequentially&#10;scanning an array (with wraparound) until a...">
            <a:extLst>
              <a:ext uri="{FF2B5EF4-FFF2-40B4-BE49-F238E27FC236}">
                <a16:creationId xmlns:a16="http://schemas.microsoft.com/office/drawing/2014/main" xmlns="" id="{9327926A-9713-2D8F-ECD9-CFD4101485C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150" y="-136525"/>
            <a:ext cx="9753600" cy="731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2" name="Picture 2" descr="27&#10;when x=49:&#10;h(49)=49%10=9 (Collision )&#10;so insert key 49 in hash-table in next&#10;possible vacant location of 9 is 0&#10; when...">
            <a:extLst>
              <a:ext uri="{FF2B5EF4-FFF2-40B4-BE49-F238E27FC236}">
                <a16:creationId xmlns:a16="http://schemas.microsoft.com/office/drawing/2014/main" xmlns="" id="{3CA3BA21-B6D6-2BDA-876A-BEC4BCA8111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150" y="-136525"/>
            <a:ext cx="9753600" cy="731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3" name="Picture 2" descr="28&#10;Disadvantage of linear probing is :&#10;Primary Clustering problem&#10;• As long as table is big enough, a free cell can always...">
            <a:extLst>
              <a:ext uri="{FF2B5EF4-FFF2-40B4-BE49-F238E27FC236}">
                <a16:creationId xmlns:a16="http://schemas.microsoft.com/office/drawing/2014/main" xmlns="" id="{3B10EE79-6AD2-96AA-3F58-C471A3BD9FD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150" y="-136525"/>
            <a:ext cx="9753600" cy="731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52226" name="Picture 2" descr="29&#10; Quadratic probing is a collision resolution method that eliminates the&#10;primary clustering problem take place in a lin...">
            <a:extLst>
              <a:ext uri="{FF2B5EF4-FFF2-40B4-BE49-F238E27FC236}">
                <a16:creationId xmlns:a16="http://schemas.microsoft.com/office/drawing/2014/main" xmlns="" id="{2337A8C0-A85B-0946-BF02-1FF6D49CA7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3925" y="166688"/>
            <a:ext cx="7448550" cy="558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7" name="Rectangle 8">
            <a:extLst>
              <a:ext uri="{FF2B5EF4-FFF2-40B4-BE49-F238E27FC236}">
                <a16:creationId xmlns:a16="http://schemas.microsoft.com/office/drawing/2014/main" xmlns="" id="{6FBC2789-286C-9596-3FB1-7145FC685DDC}"/>
              </a:ext>
            </a:extLst>
          </p:cNvPr>
          <p:cNvSpPr>
            <a:spLocks noChangeArrowheads="1"/>
          </p:cNvSpPr>
          <p:nvPr/>
        </p:nvSpPr>
        <p:spPr bwMode="auto">
          <a:xfrm>
            <a:off x="1385905" y="6129520"/>
            <a:ext cx="36750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None/>
            </a:pPr>
            <a:r>
              <a:rPr lang="en-US" altLang="en-US" sz="1800" b="1" dirty="0">
                <a:latin typeface="Arial"/>
                <a:cs typeface="Arial"/>
              </a:rPr>
              <a:t>H(X) =  X % TS</a:t>
            </a:r>
          </a:p>
        </p:txBody>
      </p:sp>
      <p:sp>
        <p:nvSpPr>
          <p:cNvPr id="52228" name="Rectangle 9">
            <a:extLst>
              <a:ext uri="{FF2B5EF4-FFF2-40B4-BE49-F238E27FC236}">
                <a16:creationId xmlns:a16="http://schemas.microsoft.com/office/drawing/2014/main" xmlns="" id="{E1DDAFC1-5418-3CDF-79A3-6B758647ECBC}"/>
              </a:ext>
            </a:extLst>
          </p:cNvPr>
          <p:cNvSpPr>
            <a:spLocks noChangeArrowheads="1"/>
          </p:cNvSpPr>
          <p:nvPr/>
        </p:nvSpPr>
        <p:spPr bwMode="auto">
          <a:xfrm>
            <a:off x="4485206" y="6129338"/>
            <a:ext cx="27879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t">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None/>
            </a:pPr>
            <a:r>
              <a:rPr lang="en-US" altLang="en-US" sz="1800" b="1" dirty="0">
                <a:latin typeface="Arial"/>
                <a:cs typeface="Arial"/>
              </a:rPr>
              <a:t>H</a:t>
            </a:r>
            <a:r>
              <a:rPr lang="en-US" altLang="en-US" sz="1800" b="1" baseline="-25000" dirty="0">
                <a:latin typeface="Arial"/>
                <a:cs typeface="Arial"/>
              </a:rPr>
              <a:t>i</a:t>
            </a:r>
            <a:r>
              <a:rPr lang="en-US" altLang="en-US" sz="1800" b="1" dirty="0">
                <a:latin typeface="Arial"/>
                <a:cs typeface="Arial"/>
              </a:rPr>
              <a:t>(X) = </a:t>
            </a:r>
            <a:r>
              <a:rPr lang="en-US" altLang="en-US" sz="1800" b="1" dirty="0" smtClean="0">
                <a:latin typeface="Arial"/>
                <a:cs typeface="Arial"/>
              </a:rPr>
              <a:t>(H(X) </a:t>
            </a:r>
            <a:r>
              <a:rPr lang="en-US" altLang="en-US" sz="1800" b="1" dirty="0">
                <a:latin typeface="Arial"/>
                <a:cs typeface="Arial"/>
              </a:rPr>
              <a:t>+ (i</a:t>
            </a:r>
            <a:r>
              <a:rPr lang="en-US" altLang="en-US" sz="1800" b="1" baseline="30000" dirty="0">
                <a:latin typeface="Arial"/>
                <a:cs typeface="Arial"/>
              </a:rPr>
              <a:t>2</a:t>
            </a:r>
            <a:r>
              <a:rPr lang="en-US" altLang="en-US" sz="1800" b="1" dirty="0">
                <a:latin typeface="Arial"/>
                <a:cs typeface="Arial"/>
              </a:rPr>
              <a:t>)) % TS</a:t>
            </a:r>
            <a:endParaRPr lang="en-US" altLang="en-US" sz="1800" dirty="0">
              <a:latin typeface="Arial"/>
              <a:cs typeface="Arial"/>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54274" name="Picture 2" descr="30&#10;solution:&#10;when x=89:&#10;h(89)=89%10=9&#10;insert key 89 in hash-table in location 9&#10;when x=18:&#10;h(18)=18%10=8&#10;insert key 18 in ...">
            <a:extLst>
              <a:ext uri="{FF2B5EF4-FFF2-40B4-BE49-F238E27FC236}">
                <a16:creationId xmlns:a16="http://schemas.microsoft.com/office/drawing/2014/main" xmlns="" id="{CBE37A89-2077-28BA-E486-1B77E68A70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525" y="0"/>
            <a:ext cx="8064500" cy="604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5" name="Rectangle 9">
            <a:extLst>
              <a:ext uri="{FF2B5EF4-FFF2-40B4-BE49-F238E27FC236}">
                <a16:creationId xmlns:a16="http://schemas.microsoft.com/office/drawing/2014/main" xmlns="" id="{1C99CD61-E77B-9A12-F6DB-879C4262069F}"/>
              </a:ext>
            </a:extLst>
          </p:cNvPr>
          <p:cNvSpPr>
            <a:spLocks noChangeArrowheads="1"/>
          </p:cNvSpPr>
          <p:nvPr/>
        </p:nvSpPr>
        <p:spPr bwMode="auto">
          <a:xfrm>
            <a:off x="719138" y="6145213"/>
            <a:ext cx="36750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None/>
            </a:pPr>
            <a:r>
              <a:rPr lang="en-US" altLang="en-US" sz="1800" b="1" dirty="0">
                <a:latin typeface="Arial"/>
                <a:cs typeface="Arial"/>
              </a:rPr>
              <a:t>H(X) =  X % TS</a:t>
            </a:r>
          </a:p>
        </p:txBody>
      </p:sp>
      <p:sp>
        <p:nvSpPr>
          <p:cNvPr id="54276" name="Rectangle 10">
            <a:extLst>
              <a:ext uri="{FF2B5EF4-FFF2-40B4-BE49-F238E27FC236}">
                <a16:creationId xmlns:a16="http://schemas.microsoft.com/office/drawing/2014/main" xmlns="" id="{D6BEB09E-47EC-9FA0-56A7-7025061B9FBA}"/>
              </a:ext>
            </a:extLst>
          </p:cNvPr>
          <p:cNvSpPr>
            <a:spLocks noChangeArrowheads="1"/>
          </p:cNvSpPr>
          <p:nvPr/>
        </p:nvSpPr>
        <p:spPr bwMode="auto">
          <a:xfrm>
            <a:off x="4987625" y="6149435"/>
            <a:ext cx="27879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t">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None/>
            </a:pPr>
            <a:r>
              <a:rPr lang="en-US" altLang="en-US" sz="1800" b="1" dirty="0">
                <a:latin typeface="Arial"/>
                <a:cs typeface="Arial"/>
              </a:rPr>
              <a:t>H</a:t>
            </a:r>
            <a:r>
              <a:rPr lang="en-US" altLang="en-US" sz="1800" b="1" baseline="-25000" dirty="0">
                <a:latin typeface="Arial"/>
                <a:cs typeface="Arial"/>
              </a:rPr>
              <a:t>i</a:t>
            </a:r>
            <a:r>
              <a:rPr lang="en-US" altLang="en-US" sz="1800" b="1" dirty="0">
                <a:latin typeface="Arial"/>
                <a:cs typeface="Arial"/>
              </a:rPr>
              <a:t>(X) = </a:t>
            </a:r>
            <a:r>
              <a:rPr lang="en-US" altLang="en-US" sz="1800" b="1" dirty="0" smtClean="0">
                <a:latin typeface="Arial"/>
                <a:cs typeface="Arial"/>
              </a:rPr>
              <a:t>(H(X) </a:t>
            </a:r>
            <a:r>
              <a:rPr lang="en-US" altLang="en-US" sz="1800" b="1" dirty="0">
                <a:latin typeface="Arial"/>
                <a:cs typeface="Arial"/>
              </a:rPr>
              <a:t>+ (i</a:t>
            </a:r>
            <a:r>
              <a:rPr lang="en-US" altLang="en-US" sz="1800" b="1" baseline="30000" dirty="0">
                <a:latin typeface="Arial"/>
                <a:cs typeface="Arial"/>
              </a:rPr>
              <a:t>2</a:t>
            </a:r>
            <a:r>
              <a:rPr lang="en-US" altLang="en-US" sz="1800" b="1" dirty="0">
                <a:latin typeface="Arial"/>
                <a:cs typeface="Arial"/>
              </a:rPr>
              <a:t>)) % TS</a:t>
            </a:r>
            <a:endParaRPr lang="en-US" altLang="en-US" sz="1800" dirty="0">
              <a:latin typeface="Arial"/>
              <a:cs typeface="Arial"/>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56322" name="Picture 2" descr="32&#10;Double Hashing&#10; To eliminate both types of clustering one way is double hashing.&#10; It involves two hash functions, h1(...">
            <a:extLst>
              <a:ext uri="{FF2B5EF4-FFF2-40B4-BE49-F238E27FC236}">
                <a16:creationId xmlns:a16="http://schemas.microsoft.com/office/drawing/2014/main" xmlns="" id="{8BA00147-DF0A-9A01-77E4-89EC3632B2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4839" y="513345"/>
            <a:ext cx="7018337" cy="526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3" name="Rectangle 11">
            <a:extLst>
              <a:ext uri="{FF2B5EF4-FFF2-40B4-BE49-F238E27FC236}">
                <a16:creationId xmlns:a16="http://schemas.microsoft.com/office/drawing/2014/main" xmlns="" id="{7BDFEB27-5354-C8FA-DE57-EB5C56DF1789}"/>
              </a:ext>
            </a:extLst>
          </p:cNvPr>
          <p:cNvSpPr>
            <a:spLocks noChangeArrowheads="1"/>
          </p:cNvSpPr>
          <p:nvPr/>
        </p:nvSpPr>
        <p:spPr bwMode="auto">
          <a:xfrm>
            <a:off x="118576" y="5979275"/>
            <a:ext cx="246226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None/>
            </a:pPr>
            <a:r>
              <a:rPr lang="en-US" altLang="en-US" sz="1800" b="1" dirty="0">
                <a:latin typeface="Arial"/>
                <a:cs typeface="Arial"/>
              </a:rPr>
              <a:t>H</a:t>
            </a:r>
            <a:r>
              <a:rPr lang="en-US" altLang="en-US" sz="1600" b="1" baseline="-25000" dirty="0">
                <a:latin typeface="Arial"/>
                <a:cs typeface="Arial"/>
              </a:rPr>
              <a:t>1</a:t>
            </a:r>
            <a:r>
              <a:rPr lang="en-US" altLang="en-US" sz="1800" b="1" dirty="0">
                <a:latin typeface="Arial"/>
                <a:cs typeface="Arial"/>
              </a:rPr>
              <a:t>(X) =  X % TS</a:t>
            </a:r>
          </a:p>
        </p:txBody>
      </p:sp>
      <p:sp>
        <p:nvSpPr>
          <p:cNvPr id="56324" name="Rectangle 12">
            <a:extLst>
              <a:ext uri="{FF2B5EF4-FFF2-40B4-BE49-F238E27FC236}">
                <a16:creationId xmlns:a16="http://schemas.microsoft.com/office/drawing/2014/main" xmlns="" id="{2796CAB5-2CFB-7FE6-2225-C4E2EB53DC95}"/>
              </a:ext>
            </a:extLst>
          </p:cNvPr>
          <p:cNvSpPr>
            <a:spLocks noChangeArrowheads="1"/>
          </p:cNvSpPr>
          <p:nvPr/>
        </p:nvSpPr>
        <p:spPr bwMode="auto">
          <a:xfrm>
            <a:off x="2286836" y="5978238"/>
            <a:ext cx="32063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t">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None/>
            </a:pPr>
            <a:r>
              <a:rPr lang="en-US" altLang="en-US" sz="1800" b="1" dirty="0">
                <a:latin typeface="Arial"/>
                <a:cs typeface="Arial"/>
              </a:rPr>
              <a:t>H</a:t>
            </a:r>
            <a:r>
              <a:rPr lang="en-US" altLang="en-US" sz="1800" b="1" baseline="-25000" dirty="0">
                <a:latin typeface="Arial"/>
                <a:cs typeface="Arial"/>
              </a:rPr>
              <a:t>2</a:t>
            </a:r>
            <a:r>
              <a:rPr lang="en-US" altLang="en-US" sz="1800" b="1" dirty="0">
                <a:latin typeface="Arial"/>
                <a:cs typeface="Arial"/>
              </a:rPr>
              <a:t>(X) = (X + (R-(X%R)) % TS</a:t>
            </a:r>
          </a:p>
        </p:txBody>
      </p:sp>
      <p:sp>
        <p:nvSpPr>
          <p:cNvPr id="56326" name="Rectangle 14">
            <a:extLst>
              <a:ext uri="{FF2B5EF4-FFF2-40B4-BE49-F238E27FC236}">
                <a16:creationId xmlns:a16="http://schemas.microsoft.com/office/drawing/2014/main" xmlns="" id="{84955501-3D2C-0E00-AFFB-F082165B99DE}"/>
              </a:ext>
            </a:extLst>
          </p:cNvPr>
          <p:cNvSpPr>
            <a:spLocks noChangeArrowheads="1"/>
          </p:cNvSpPr>
          <p:nvPr/>
        </p:nvSpPr>
        <p:spPr bwMode="auto">
          <a:xfrm>
            <a:off x="2402218" y="6346825"/>
            <a:ext cx="41665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t">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FontTx/>
              <a:buNone/>
            </a:pPr>
            <a:r>
              <a:rPr lang="en-US" altLang="en-US" sz="1800" b="1" dirty="0">
                <a:latin typeface="Arial"/>
                <a:cs typeface="Arial"/>
              </a:rPr>
              <a:t>R is a prime number &amp; R&lt; table size.</a:t>
            </a:r>
            <a:endParaRPr lang="en-US" altLang="en-US" sz="1800" dirty="0">
              <a:latin typeface="Arial"/>
              <a:cs typeface="Arial"/>
            </a:endParaRPr>
          </a:p>
        </p:txBody>
      </p:sp>
      <p:sp>
        <p:nvSpPr>
          <p:cNvPr id="2" name="Rectangle 12">
            <a:extLst>
              <a:ext uri="{FF2B5EF4-FFF2-40B4-BE49-F238E27FC236}">
                <a16:creationId xmlns:a16="http://schemas.microsoft.com/office/drawing/2014/main" xmlns="" id="{87275C6C-BA45-9572-A712-6E6AE91726CB}"/>
              </a:ext>
            </a:extLst>
          </p:cNvPr>
          <p:cNvSpPr>
            <a:spLocks noChangeArrowheads="1"/>
          </p:cNvSpPr>
          <p:nvPr/>
        </p:nvSpPr>
        <p:spPr bwMode="auto">
          <a:xfrm>
            <a:off x="5508666" y="5978237"/>
            <a:ext cx="31726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t">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None/>
            </a:pPr>
            <a:r>
              <a:rPr lang="en-US" altLang="en-US" sz="1800" b="1" dirty="0">
                <a:latin typeface="Arial"/>
                <a:cs typeface="Arial"/>
              </a:rPr>
              <a:t>H(X) = (H</a:t>
            </a:r>
            <a:r>
              <a:rPr lang="en-US" altLang="en-US" sz="1800" b="1" baseline="-25000" dirty="0">
                <a:latin typeface="Arial"/>
                <a:cs typeface="Arial"/>
              </a:rPr>
              <a:t>1</a:t>
            </a:r>
            <a:r>
              <a:rPr lang="en-US" altLang="en-US" sz="1800" b="1" dirty="0">
                <a:latin typeface="Arial"/>
                <a:cs typeface="Arial"/>
              </a:rPr>
              <a:t>(X) +H</a:t>
            </a:r>
            <a:r>
              <a:rPr lang="en-US" altLang="en-US" sz="1800" b="1" baseline="-25000" dirty="0">
                <a:latin typeface="Arial"/>
                <a:cs typeface="Arial"/>
              </a:rPr>
              <a:t>2</a:t>
            </a:r>
            <a:r>
              <a:rPr lang="en-US" altLang="en-US" sz="1800" b="1" dirty="0">
                <a:latin typeface="Arial"/>
                <a:cs typeface="Arial"/>
              </a:rPr>
              <a:t>(X)) % TS </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xmlns="" id="{FCA27A32-BEE0-DC2A-9A0E-4EA158E740F6}"/>
            </a:ext>
          </a:extLst>
        </p:cNvPr>
        <p:cNvGrpSpPr/>
        <p:nvPr/>
      </p:nvGrpSpPr>
      <p:grpSpPr>
        <a:xfrm>
          <a:off x="0" y="0"/>
          <a:ext cx="0" cy="0"/>
          <a:chOff x="0" y="0"/>
          <a:chExt cx="0" cy="0"/>
        </a:xfrm>
      </p:grpSpPr>
      <p:sp>
        <p:nvSpPr>
          <p:cNvPr id="56323" name="Rectangle 11">
            <a:extLst>
              <a:ext uri="{FF2B5EF4-FFF2-40B4-BE49-F238E27FC236}">
                <a16:creationId xmlns:a16="http://schemas.microsoft.com/office/drawing/2014/main" xmlns="" id="{C2EEF008-3902-AD6B-A953-23F7D37E49CE}"/>
              </a:ext>
            </a:extLst>
          </p:cNvPr>
          <p:cNvSpPr>
            <a:spLocks noChangeArrowheads="1"/>
          </p:cNvSpPr>
          <p:nvPr/>
        </p:nvSpPr>
        <p:spPr bwMode="auto">
          <a:xfrm>
            <a:off x="118576" y="5979275"/>
            <a:ext cx="246226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None/>
            </a:pPr>
            <a:r>
              <a:rPr lang="en-US" altLang="en-US" sz="1800" b="1" dirty="0">
                <a:latin typeface="Arial"/>
                <a:cs typeface="Arial"/>
              </a:rPr>
              <a:t>H</a:t>
            </a:r>
            <a:r>
              <a:rPr lang="en-US" altLang="en-US" sz="1600" b="1" baseline="-25000" dirty="0">
                <a:latin typeface="Arial"/>
                <a:cs typeface="Arial"/>
              </a:rPr>
              <a:t>1</a:t>
            </a:r>
            <a:r>
              <a:rPr lang="en-US" altLang="en-US" sz="1800" b="1" dirty="0">
                <a:latin typeface="Arial"/>
                <a:cs typeface="Arial"/>
              </a:rPr>
              <a:t>(X) =  X % TS</a:t>
            </a:r>
          </a:p>
        </p:txBody>
      </p:sp>
      <p:sp>
        <p:nvSpPr>
          <p:cNvPr id="56324" name="Rectangle 12">
            <a:extLst>
              <a:ext uri="{FF2B5EF4-FFF2-40B4-BE49-F238E27FC236}">
                <a16:creationId xmlns:a16="http://schemas.microsoft.com/office/drawing/2014/main" xmlns="" id="{B6E2B886-74B3-7AEC-9DFB-C7435A7D801A}"/>
              </a:ext>
            </a:extLst>
          </p:cNvPr>
          <p:cNvSpPr>
            <a:spLocks noChangeArrowheads="1"/>
          </p:cNvSpPr>
          <p:nvPr/>
        </p:nvSpPr>
        <p:spPr bwMode="auto">
          <a:xfrm>
            <a:off x="2286836" y="5978238"/>
            <a:ext cx="32063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t">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None/>
            </a:pPr>
            <a:r>
              <a:rPr lang="en-US" altLang="en-US" sz="1800" b="1" dirty="0">
                <a:latin typeface="Arial"/>
                <a:cs typeface="Arial"/>
              </a:rPr>
              <a:t>H</a:t>
            </a:r>
            <a:r>
              <a:rPr lang="en-US" altLang="en-US" sz="1800" b="1" baseline="-25000" dirty="0">
                <a:latin typeface="Arial"/>
                <a:cs typeface="Arial"/>
              </a:rPr>
              <a:t>2</a:t>
            </a:r>
            <a:r>
              <a:rPr lang="en-US" altLang="en-US" sz="1800" b="1" dirty="0">
                <a:latin typeface="Arial"/>
                <a:cs typeface="Arial"/>
              </a:rPr>
              <a:t>(X) = (X + (R-(X%R)) % TS</a:t>
            </a:r>
          </a:p>
        </p:txBody>
      </p:sp>
      <p:sp>
        <p:nvSpPr>
          <p:cNvPr id="56326" name="Rectangle 14">
            <a:extLst>
              <a:ext uri="{FF2B5EF4-FFF2-40B4-BE49-F238E27FC236}">
                <a16:creationId xmlns:a16="http://schemas.microsoft.com/office/drawing/2014/main" xmlns="" id="{38CAA314-1B84-66B1-E7D7-E817D3DFAF37}"/>
              </a:ext>
            </a:extLst>
          </p:cNvPr>
          <p:cNvSpPr>
            <a:spLocks noChangeArrowheads="1"/>
          </p:cNvSpPr>
          <p:nvPr/>
        </p:nvSpPr>
        <p:spPr bwMode="auto">
          <a:xfrm>
            <a:off x="2402218" y="6346825"/>
            <a:ext cx="41665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t">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FontTx/>
              <a:buNone/>
            </a:pPr>
            <a:r>
              <a:rPr lang="en-US" altLang="en-US" sz="1800" b="1" dirty="0">
                <a:latin typeface="Arial"/>
                <a:cs typeface="Arial"/>
              </a:rPr>
              <a:t>R is a prime number &amp; R&lt; table size.</a:t>
            </a:r>
            <a:endParaRPr lang="en-US" altLang="en-US" sz="1800" dirty="0">
              <a:latin typeface="Arial"/>
              <a:cs typeface="Arial"/>
            </a:endParaRPr>
          </a:p>
        </p:txBody>
      </p:sp>
      <p:sp>
        <p:nvSpPr>
          <p:cNvPr id="2" name="Rectangle 12">
            <a:extLst>
              <a:ext uri="{FF2B5EF4-FFF2-40B4-BE49-F238E27FC236}">
                <a16:creationId xmlns:a16="http://schemas.microsoft.com/office/drawing/2014/main" xmlns="" id="{5875E086-6917-B0FB-B399-B592C73B005E}"/>
              </a:ext>
            </a:extLst>
          </p:cNvPr>
          <p:cNvSpPr>
            <a:spLocks noChangeArrowheads="1"/>
          </p:cNvSpPr>
          <p:nvPr/>
        </p:nvSpPr>
        <p:spPr bwMode="auto">
          <a:xfrm>
            <a:off x="5508666" y="5978237"/>
            <a:ext cx="31726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t">
            <a:spAutoFit/>
          </a:bodyPr>
          <a:lstStyle>
            <a:lvl1pPr>
              <a:lnSpc>
                <a:spcPct val="85000"/>
              </a:lnSpc>
              <a:spcBef>
                <a:spcPct val="10000"/>
              </a:spcBef>
              <a:spcAft>
                <a:spcPct val="10000"/>
              </a:spcAft>
              <a:buClr>
                <a:schemeClr val="tx1"/>
              </a:buClr>
              <a:buChar char="•"/>
              <a:defRPr sz="2400">
                <a:solidFill>
                  <a:schemeClr val="tx1"/>
                </a:solidFill>
                <a:latin typeface="Arial" panose="020B0604020202020204" pitchFamily="34" charset="0"/>
              </a:defRPr>
            </a:lvl1pPr>
            <a:lvl2pPr marL="742950" indent="-285750">
              <a:lnSpc>
                <a:spcPct val="85000"/>
              </a:lnSpc>
              <a:spcBef>
                <a:spcPct val="10000"/>
              </a:spcBef>
              <a:spcAft>
                <a:spcPct val="10000"/>
              </a:spcAft>
              <a:buClr>
                <a:schemeClr val="tx1"/>
              </a:buClr>
              <a:buFont typeface="Arial" panose="020B0604020202020204" pitchFamily="34" charset="0"/>
              <a:buChar char="–"/>
              <a:defRPr sz="2000">
                <a:solidFill>
                  <a:schemeClr val="tx1"/>
                </a:solidFill>
                <a:latin typeface="Arial" panose="020B0604020202020204" pitchFamily="34" charset="0"/>
              </a:defRPr>
            </a:lvl2pPr>
            <a:lvl3pPr marL="11430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3pPr>
            <a:lvl4pPr marL="1600200" indent="-228600">
              <a:lnSpc>
                <a:spcPct val="85000"/>
              </a:lnSpc>
              <a:spcBef>
                <a:spcPct val="10000"/>
              </a:spcBef>
              <a:spcAft>
                <a:spcPct val="10000"/>
              </a:spcAft>
              <a:buClr>
                <a:schemeClr val="tx1"/>
              </a:buClr>
              <a:buFont typeface="Arial" panose="020B0604020202020204" pitchFamily="34" charset="0"/>
              <a:buChar char="–"/>
              <a:defRPr>
                <a:solidFill>
                  <a:schemeClr val="tx1"/>
                </a:solidFill>
                <a:latin typeface="Arial" panose="020B0604020202020204" pitchFamily="34" charset="0"/>
              </a:defRPr>
            </a:lvl4pPr>
            <a:lvl5pPr marL="2057400" indent="-228600">
              <a:lnSpc>
                <a:spcPct val="85000"/>
              </a:lnSpc>
              <a:spcBef>
                <a:spcPct val="10000"/>
              </a:spcBef>
              <a:spcAft>
                <a:spcPct val="10000"/>
              </a:spcAft>
              <a:buClr>
                <a:schemeClr val="tx1"/>
              </a:buClr>
              <a:buChar char="•"/>
              <a:defRPr>
                <a:solidFill>
                  <a:schemeClr val="tx1"/>
                </a:solidFill>
                <a:latin typeface="Arial" panose="020B0604020202020204" pitchFamily="34" charset="0"/>
              </a:defRPr>
            </a:lvl5pPr>
            <a:lvl6pPr marL="25146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6pPr>
            <a:lvl7pPr marL="29718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7pPr>
            <a:lvl8pPr marL="34290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8pPr>
            <a:lvl9pPr marL="3886200" indent="-228600" eaLnBrk="0" fontAlgn="base" hangingPunct="0">
              <a:lnSpc>
                <a:spcPct val="85000"/>
              </a:lnSpc>
              <a:spcBef>
                <a:spcPct val="10000"/>
              </a:spcBef>
              <a:spcAft>
                <a:spcPct val="10000"/>
              </a:spcAft>
              <a:buClr>
                <a:schemeClr val="tx1"/>
              </a:buClr>
              <a:buChar char="•"/>
              <a:defRPr>
                <a:solidFill>
                  <a:schemeClr val="tx1"/>
                </a:solidFill>
                <a:latin typeface="Arial" panose="020B0604020202020204" pitchFamily="34" charset="0"/>
              </a:defRPr>
            </a:lvl9pPr>
          </a:lstStyle>
          <a:p>
            <a:pPr algn="ctr" eaLnBrk="1" hangingPunct="1">
              <a:lnSpc>
                <a:spcPct val="100000"/>
              </a:lnSpc>
              <a:spcBef>
                <a:spcPct val="0"/>
              </a:spcBef>
              <a:spcAft>
                <a:spcPct val="0"/>
              </a:spcAft>
              <a:buClrTx/>
              <a:buNone/>
            </a:pPr>
            <a:r>
              <a:rPr lang="en-US" altLang="en-US" sz="1800" b="1" dirty="0">
                <a:latin typeface="Arial"/>
                <a:cs typeface="Arial"/>
              </a:rPr>
              <a:t>H(X) = (H</a:t>
            </a:r>
            <a:r>
              <a:rPr lang="en-US" altLang="en-US" sz="1800" b="1" baseline="-25000" dirty="0">
                <a:latin typeface="Arial"/>
                <a:cs typeface="Arial"/>
              </a:rPr>
              <a:t>1</a:t>
            </a:r>
            <a:r>
              <a:rPr lang="en-US" altLang="en-US" sz="1800" b="1" dirty="0">
                <a:latin typeface="Arial"/>
                <a:cs typeface="Arial"/>
              </a:rPr>
              <a:t>(X) +H</a:t>
            </a:r>
            <a:r>
              <a:rPr lang="en-US" altLang="en-US" sz="1800" b="1" baseline="-25000" dirty="0">
                <a:latin typeface="Arial"/>
                <a:cs typeface="Arial"/>
              </a:rPr>
              <a:t>2</a:t>
            </a:r>
            <a:r>
              <a:rPr lang="en-US" altLang="en-US" sz="1800" b="1" dirty="0">
                <a:latin typeface="Arial"/>
                <a:cs typeface="Arial"/>
              </a:rPr>
              <a:t>(X)) % TS </a:t>
            </a:r>
          </a:p>
        </p:txBody>
      </p:sp>
      <p:pic>
        <p:nvPicPr>
          <p:cNvPr id="4" name="Picture 2" descr="33&#10; when x=49:&#10;h(49)=49%10=9 (Collision )&#10;so use following hash function,&#10;h1(49)=(9 + 1(7- 49%7))%10&#10;= (9 + (7-0) ) % 10&#10;...">
            <a:extLst>
              <a:ext uri="{FF2B5EF4-FFF2-40B4-BE49-F238E27FC236}">
                <a16:creationId xmlns:a16="http://schemas.microsoft.com/office/drawing/2014/main" xmlns="" id="{849DA34B-36C9-3F6E-7ABE-5975A235E7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3425" y="714375"/>
            <a:ext cx="6937375" cy="520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44472890"/>
      </p:ext>
    </p:extLst>
  </p:cSld>
  <p:clrMapOvr>
    <a:masterClrMapping/>
  </p:clrMapOvr>
  <p:transition/>
</p:sld>
</file>

<file path=ppt/theme/theme1.xml><?xml version="1.0" encoding="utf-8"?>
<a:theme xmlns:a="http://schemas.openxmlformats.org/drawingml/2006/main" name="2_Digital Dots">
  <a:themeElements>
    <a:clrScheme name="Digital Dots 2">
      <a:dk1>
        <a:srgbClr val="5B5B89"/>
      </a:dk1>
      <a:lt1>
        <a:srgbClr val="FFFFFF"/>
      </a:lt1>
      <a:dk2>
        <a:srgbClr val="666699"/>
      </a:dk2>
      <a:lt2>
        <a:srgbClr val="DFDEF6"/>
      </a:lt2>
      <a:accent1>
        <a:srgbClr val="6666FF"/>
      </a:accent1>
      <a:accent2>
        <a:srgbClr val="52527C"/>
      </a:accent2>
      <a:accent3>
        <a:srgbClr val="B8B8CA"/>
      </a:accent3>
      <a:accent4>
        <a:srgbClr val="DADADA"/>
      </a:accent4>
      <a:accent5>
        <a:srgbClr val="B8B8FF"/>
      </a:accent5>
      <a:accent6>
        <a:srgbClr val="494970"/>
      </a:accent6>
      <a:hlink>
        <a:srgbClr val="9999FF"/>
      </a:hlink>
      <a:folHlink>
        <a:srgbClr val="CCCCFF"/>
      </a:folHlink>
    </a:clrScheme>
    <a:fontScheme name="2_Digital Dots">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igital Dots 1">
        <a:dk1>
          <a:srgbClr val="00008A"/>
        </a:dk1>
        <a:lt1>
          <a:srgbClr val="FFFFFF"/>
        </a:lt1>
        <a:dk2>
          <a:srgbClr val="000099"/>
        </a:dk2>
        <a:lt2>
          <a:srgbClr val="FFFFFF"/>
        </a:lt2>
        <a:accent1>
          <a:srgbClr val="0099FF"/>
        </a:accent1>
        <a:accent2>
          <a:srgbClr val="00007A"/>
        </a:accent2>
        <a:accent3>
          <a:srgbClr val="AAAACA"/>
        </a:accent3>
        <a:accent4>
          <a:srgbClr val="DADADA"/>
        </a:accent4>
        <a:accent5>
          <a:srgbClr val="AACAFF"/>
        </a:accent5>
        <a:accent6>
          <a:srgbClr val="00006E"/>
        </a:accent6>
        <a:hlink>
          <a:srgbClr val="EAEAEA"/>
        </a:hlink>
        <a:folHlink>
          <a:srgbClr val="FFCC00"/>
        </a:folHlink>
      </a:clrScheme>
      <a:clrMap bg1="dk2" tx1="lt1" bg2="dk1" tx2="lt2" accent1="accent1" accent2="accent2" accent3="accent3" accent4="accent4" accent5="accent5" accent6="accent6" hlink="hlink" folHlink="folHlink"/>
    </a:extraClrScheme>
    <a:extraClrScheme>
      <a:clrScheme name="Digital Dots 2">
        <a:dk1>
          <a:srgbClr val="5B5B89"/>
        </a:dk1>
        <a:lt1>
          <a:srgbClr val="FFFFFF"/>
        </a:lt1>
        <a:dk2>
          <a:srgbClr val="666699"/>
        </a:dk2>
        <a:lt2>
          <a:srgbClr val="DFDEF6"/>
        </a:lt2>
        <a:accent1>
          <a:srgbClr val="6666FF"/>
        </a:accent1>
        <a:accent2>
          <a:srgbClr val="52527C"/>
        </a:accent2>
        <a:accent3>
          <a:srgbClr val="B8B8CA"/>
        </a:accent3>
        <a:accent4>
          <a:srgbClr val="DADADA"/>
        </a:accent4>
        <a:accent5>
          <a:srgbClr val="B8B8FF"/>
        </a:accent5>
        <a:accent6>
          <a:srgbClr val="494970"/>
        </a:accent6>
        <a:hlink>
          <a:srgbClr val="9999FF"/>
        </a:hlink>
        <a:folHlink>
          <a:srgbClr val="CCCCFF"/>
        </a:folHlink>
      </a:clrScheme>
      <a:clrMap bg1="dk2" tx1="lt1" bg2="dk1" tx2="lt2" accent1="accent1" accent2="accent2" accent3="accent3" accent4="accent4" accent5="accent5" accent6="accent6" hlink="hlink" folHlink="folHlink"/>
    </a:extraClrScheme>
    <a:extraClrScheme>
      <a:clrScheme name="Digital Dots 3">
        <a:dk1>
          <a:srgbClr val="700000"/>
        </a:dk1>
        <a:lt1>
          <a:srgbClr val="FFFFFF"/>
        </a:lt1>
        <a:dk2>
          <a:srgbClr val="800000"/>
        </a:dk2>
        <a:lt2>
          <a:srgbClr val="FFFFCC"/>
        </a:lt2>
        <a:accent1>
          <a:srgbClr val="BE7960"/>
        </a:accent1>
        <a:accent2>
          <a:srgbClr val="600000"/>
        </a:accent2>
        <a:accent3>
          <a:srgbClr val="C0AAAA"/>
        </a:accent3>
        <a:accent4>
          <a:srgbClr val="DADADA"/>
        </a:accent4>
        <a:accent5>
          <a:srgbClr val="DBBEB6"/>
        </a:accent5>
        <a:accent6>
          <a:srgbClr val="560000"/>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gital Dots 4">
        <a:dk1>
          <a:srgbClr val="000000"/>
        </a:dk1>
        <a:lt1>
          <a:srgbClr val="FDEB9D"/>
        </a:lt1>
        <a:dk2>
          <a:srgbClr val="000000"/>
        </a:dk2>
        <a:lt2>
          <a:srgbClr val="E0CE82"/>
        </a:lt2>
        <a:accent1>
          <a:srgbClr val="EAEAEA"/>
        </a:accent1>
        <a:accent2>
          <a:srgbClr val="C2B476"/>
        </a:accent2>
        <a:accent3>
          <a:srgbClr val="FEF3CC"/>
        </a:accent3>
        <a:accent4>
          <a:srgbClr val="000000"/>
        </a:accent4>
        <a:accent5>
          <a:srgbClr val="F3F3F3"/>
        </a:accent5>
        <a:accent6>
          <a:srgbClr val="B0A36A"/>
        </a:accent6>
        <a:hlink>
          <a:srgbClr val="A47900"/>
        </a:hlink>
        <a:folHlink>
          <a:srgbClr val="8C8900"/>
        </a:folHlink>
      </a:clrScheme>
      <a:clrMap bg1="lt1" tx1="dk1" bg2="lt2" tx2="dk2" accent1="accent1" accent2="accent2" accent3="accent3" accent4="accent4" accent5="accent5" accent6="accent6" hlink="hlink" folHlink="folHlink"/>
    </a:extraClrScheme>
    <a:extraClrScheme>
      <a:clrScheme name="Digital Dots 5">
        <a:dk1>
          <a:srgbClr val="5B5E52"/>
        </a:dk1>
        <a:lt1>
          <a:srgbClr val="FFFFFF"/>
        </a:lt1>
        <a:dk2>
          <a:srgbClr val="686B5D"/>
        </a:dk2>
        <a:lt2>
          <a:srgbClr val="CCD5C7"/>
        </a:lt2>
        <a:accent1>
          <a:srgbClr val="809EA8"/>
        </a:accent1>
        <a:accent2>
          <a:srgbClr val="4F5147"/>
        </a:accent2>
        <a:accent3>
          <a:srgbClr val="B9BAB6"/>
        </a:accent3>
        <a:accent4>
          <a:srgbClr val="DADADA"/>
        </a:accent4>
        <a:accent5>
          <a:srgbClr val="C0CCD1"/>
        </a:accent5>
        <a:accent6>
          <a:srgbClr val="47493F"/>
        </a:accent6>
        <a:hlink>
          <a:srgbClr val="AAA854"/>
        </a:hlink>
        <a:folHlink>
          <a:srgbClr val="E1D09F"/>
        </a:folHlink>
      </a:clrScheme>
      <a:clrMap bg1="dk2" tx1="lt1" bg2="dk1" tx2="lt2" accent1="accent1" accent2="accent2" accent3="accent3" accent4="accent4" accent5="accent5" accent6="accent6" hlink="hlink" folHlink="folHlink"/>
    </a:extraClrScheme>
    <a:extraClrScheme>
      <a:clrScheme name="Digital Dots 6">
        <a:dk1>
          <a:srgbClr val="46532B"/>
        </a:dk1>
        <a:lt1>
          <a:srgbClr val="FFFFFF"/>
        </a:lt1>
        <a:dk2>
          <a:srgbClr val="4E5D31"/>
        </a:dk2>
        <a:lt2>
          <a:srgbClr val="FFFFCC"/>
        </a:lt2>
        <a:accent1>
          <a:srgbClr val="8F8C00"/>
        </a:accent1>
        <a:accent2>
          <a:srgbClr val="424F29"/>
        </a:accent2>
        <a:accent3>
          <a:srgbClr val="B2B6AD"/>
        </a:accent3>
        <a:accent4>
          <a:srgbClr val="DADADA"/>
        </a:accent4>
        <a:accent5>
          <a:srgbClr val="C6C5AA"/>
        </a:accent5>
        <a:accent6>
          <a:srgbClr val="3B4724"/>
        </a:accent6>
        <a:hlink>
          <a:srgbClr val="33CC33"/>
        </a:hlink>
        <a:folHlink>
          <a:srgbClr val="00A1B2"/>
        </a:folHlink>
      </a:clrScheme>
      <a:clrMap bg1="dk2" tx1="lt1" bg2="dk1" tx2="lt2" accent1="accent1" accent2="accent2" accent3="accent3" accent4="accent4" accent5="accent5" accent6="accent6" hlink="hlink" folHlink="folHlink"/>
    </a:extraClrScheme>
    <a:extraClrScheme>
      <a:clrScheme name="Digital Dots 7">
        <a:dk1>
          <a:srgbClr val="007673"/>
        </a:dk1>
        <a:lt1>
          <a:srgbClr val="FFFFFF"/>
        </a:lt1>
        <a:dk2>
          <a:srgbClr val="008080"/>
        </a:dk2>
        <a:lt2>
          <a:srgbClr val="FFFF99"/>
        </a:lt2>
        <a:accent1>
          <a:srgbClr val="33CCCC"/>
        </a:accent1>
        <a:accent2>
          <a:srgbClr val="006462"/>
        </a:accent2>
        <a:accent3>
          <a:srgbClr val="AAC0C0"/>
        </a:accent3>
        <a:accent4>
          <a:srgbClr val="DADADA"/>
        </a:accent4>
        <a:accent5>
          <a:srgbClr val="ADE2E2"/>
        </a:accent5>
        <a:accent6>
          <a:srgbClr val="005A58"/>
        </a:accent6>
        <a:hlink>
          <a:srgbClr val="FFCC00"/>
        </a:hlink>
        <a:folHlink>
          <a:srgbClr val="CC3300"/>
        </a:folHlink>
      </a:clrScheme>
      <a:clrMap bg1="dk2" tx1="lt1" bg2="dk1" tx2="lt2" accent1="accent1" accent2="accent2" accent3="accent3" accent4="accent4" accent5="accent5" accent6="accent6" hlink="hlink" folHlink="folHlink"/>
    </a:extraClrScheme>
    <a:extraClrScheme>
      <a:clrScheme name="Digital Dots 8">
        <a:dk1>
          <a:srgbClr val="000000"/>
        </a:dk1>
        <a:lt1>
          <a:srgbClr val="E6F8F4"/>
        </a:lt1>
        <a:dk2>
          <a:srgbClr val="000000"/>
        </a:dk2>
        <a:lt2>
          <a:srgbClr val="C5DBD6"/>
        </a:lt2>
        <a:accent1>
          <a:srgbClr val="CCFF99"/>
        </a:accent1>
        <a:accent2>
          <a:srgbClr val="ACBAB7"/>
        </a:accent2>
        <a:accent3>
          <a:srgbClr val="F0FBF8"/>
        </a:accent3>
        <a:accent4>
          <a:srgbClr val="000000"/>
        </a:accent4>
        <a:accent5>
          <a:srgbClr val="E2FFCA"/>
        </a:accent5>
        <a:accent6>
          <a:srgbClr val="9BA8A6"/>
        </a:accent6>
        <a:hlink>
          <a:srgbClr val="008080"/>
        </a:hlink>
        <a:folHlink>
          <a:srgbClr val="0066CC"/>
        </a:folHlink>
      </a:clrScheme>
      <a:clrMap bg1="lt1" tx1="dk1" bg2="lt2" tx2="dk2" accent1="accent1" accent2="accent2" accent3="accent3" accent4="accent4" accent5="accent5" accent6="accent6" hlink="hlink" folHlink="folHlink"/>
    </a:extraClrScheme>
    <a:extraClrScheme>
      <a:clrScheme name="Digital Dots 9">
        <a:dk1>
          <a:srgbClr val="000000"/>
        </a:dk1>
        <a:lt1>
          <a:srgbClr val="EAEAEA"/>
        </a:lt1>
        <a:dk2>
          <a:srgbClr val="000000"/>
        </a:dk2>
        <a:lt2>
          <a:srgbClr val="D1D1D1"/>
        </a:lt2>
        <a:accent1>
          <a:srgbClr val="CCECFF"/>
        </a:accent1>
        <a:accent2>
          <a:srgbClr val="B2B2B2"/>
        </a:accent2>
        <a:accent3>
          <a:srgbClr val="F3F3F3"/>
        </a:accent3>
        <a:accent4>
          <a:srgbClr val="000000"/>
        </a:accent4>
        <a:accent5>
          <a:srgbClr val="E2F4FF"/>
        </a:accent5>
        <a:accent6>
          <a:srgbClr val="A1A1A1"/>
        </a:accent6>
        <a:hlink>
          <a:srgbClr val="7200E4"/>
        </a:hlink>
        <a:folHlink>
          <a:srgbClr val="0033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11429</TotalTime>
  <Words>1890</Words>
  <Application>Microsoft Office PowerPoint</Application>
  <PresentationFormat>On-screen Show (4:3)</PresentationFormat>
  <Paragraphs>322</Paragraphs>
  <Slides>27</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 Unicode MS</vt:lpstr>
      <vt:lpstr>Arial</vt:lpstr>
      <vt:lpstr>Times New Roman</vt:lpstr>
      <vt:lpstr>Wingdings</vt:lpstr>
      <vt:lpstr>2_Digital Dots</vt:lpstr>
      <vt:lpstr>What is a Hash Table ?</vt:lpstr>
      <vt:lpstr>What is a Hash Table ?</vt:lpstr>
      <vt:lpstr>What is a Hash Table ?</vt:lpstr>
      <vt:lpstr>What is a Hash Table ?</vt:lpstr>
      <vt:lpstr>Inserting a New Record</vt:lpstr>
      <vt:lpstr>Inserting a New Record</vt:lpstr>
      <vt:lpstr>Inserting a New Record</vt:lpstr>
      <vt:lpstr>Example</vt:lpstr>
      <vt:lpstr>Collisions</vt:lpstr>
      <vt:lpstr>Collisions Linear Probing</vt:lpstr>
      <vt:lpstr>Example</vt:lpstr>
      <vt:lpstr>Searching for a Key</vt:lpstr>
      <vt:lpstr>Example</vt:lpstr>
      <vt:lpstr>Searching for a Key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of Arkansas MicroEP</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Sarah Faitak</dc:creator>
  <cp:lastModifiedBy>Microsoft account</cp:lastModifiedBy>
  <cp:revision>418</cp:revision>
  <cp:lastPrinted>2011-05-30T18:42:04Z</cp:lastPrinted>
  <dcterms:created xsi:type="dcterms:W3CDTF">2001-07-05T18:19:51Z</dcterms:created>
  <dcterms:modified xsi:type="dcterms:W3CDTF">2025-10-29T19:01:24Z</dcterms:modified>
</cp:coreProperties>
</file>