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79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57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36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3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64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3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2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2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4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25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1E701-5AFF-4A6B-807B-7E7DC0E704B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81790-12C5-4CA6-9C5D-7257A7E57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29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1505718" y="1612701"/>
            <a:ext cx="5529396" cy="3107580"/>
            <a:chOff x="2782583" y="1719793"/>
            <a:chExt cx="4199243" cy="2588980"/>
          </a:xfrm>
        </p:grpSpPr>
        <p:sp>
          <p:nvSpPr>
            <p:cNvPr id="4" name="Action Button: Home 3">
              <a:hlinkClick r:id="" action="ppaction://noaction" highlightClick="1"/>
            </p:cNvPr>
            <p:cNvSpPr/>
            <p:nvPr/>
          </p:nvSpPr>
          <p:spPr>
            <a:xfrm>
              <a:off x="2805456" y="1745306"/>
              <a:ext cx="885045" cy="884717"/>
            </a:xfrm>
            <a:prstGeom prst="actionButtonHom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1180" y="3413631"/>
              <a:ext cx="895474" cy="89514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6352" y="2574256"/>
              <a:ext cx="895474" cy="895142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666" y="1748428"/>
              <a:ext cx="895474" cy="895142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2541" y="3413631"/>
              <a:ext cx="895474" cy="895142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782583" y="1719793"/>
              <a:ext cx="269751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23666" y="3413631"/>
              <a:ext cx="25205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22541" y="3413631"/>
              <a:ext cx="27791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15186" y="2574256"/>
              <a:ext cx="26158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23666" y="1724024"/>
              <a:ext cx="26294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cxnSp>
          <p:nvCxnSpPr>
            <p:cNvPr id="15" name="Straight Connector 14"/>
            <p:cNvCxnSpPr>
              <a:stCxn id="4" idx="0"/>
              <a:endCxn id="7" idx="1"/>
            </p:cNvCxnSpPr>
            <p:nvPr/>
          </p:nvCxnSpPr>
          <p:spPr>
            <a:xfrm>
              <a:off x="3690501" y="2187664"/>
              <a:ext cx="733165" cy="83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18015" y="3867954"/>
              <a:ext cx="733165" cy="83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4" idx="1"/>
              <a:endCxn id="8" idx="0"/>
            </p:cNvCxnSpPr>
            <p:nvPr/>
          </p:nvCxnSpPr>
          <p:spPr>
            <a:xfrm>
              <a:off x="3247979" y="2630022"/>
              <a:ext cx="22300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905451" y="2630022"/>
              <a:ext cx="22300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7" idx="3"/>
              <a:endCxn id="6" idx="1"/>
            </p:cNvCxnSpPr>
            <p:nvPr/>
          </p:nvCxnSpPr>
          <p:spPr>
            <a:xfrm>
              <a:off x="5319140" y="2195999"/>
              <a:ext cx="767212" cy="8258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5" idx="3"/>
              <a:endCxn id="6" idx="1"/>
            </p:cNvCxnSpPr>
            <p:nvPr/>
          </p:nvCxnSpPr>
          <p:spPr>
            <a:xfrm flipV="1">
              <a:off x="5346654" y="3021827"/>
              <a:ext cx="739698" cy="8393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/>
            <p:cNvSpPr txBox="1"/>
            <p:nvPr/>
          </p:nvSpPr>
          <p:spPr>
            <a:xfrm>
              <a:off x="3906240" y="17833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17459" y="28825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661276" y="215271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06240" y="393944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 flipV="1">
              <a:off x="3690501" y="2630022"/>
              <a:ext cx="760679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4971268" y="28483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769154" y="278853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61276" y="34136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06440" y="-1236191"/>
            <a:ext cx="922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Dijkstra’s Shortest Path Algorithm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199503" y="551935"/>
            <a:ext cx="4973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Find the shortest path from A to every other vertex</a:t>
            </a:r>
            <a:endParaRPr lang="en-US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536613"/>
              </p:ext>
            </p:extLst>
          </p:nvPr>
        </p:nvGraphicFramePr>
        <p:xfrm>
          <a:off x="7537817" y="1477053"/>
          <a:ext cx="4349385" cy="299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282"/>
                <a:gridCol w="1616282"/>
                <a:gridCol w="1116821"/>
              </a:tblGrid>
              <a:tr h="11635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Vertex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Shortest distance from</a:t>
                      </a:r>
                      <a:r>
                        <a:rPr lang="en-US" baseline="0" dirty="0" smtClean="0"/>
                        <a:t> A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Previous Vertex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77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Dijkstra’s </a:t>
            </a:r>
            <a:r>
              <a:rPr lang="en-US" b="1" dirty="0"/>
              <a:t>Shortest Path Algorithm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 of the algorithm is to find the shortest path between any two vertices. </a:t>
            </a:r>
          </a:p>
          <a:p>
            <a:r>
              <a:rPr lang="en-US" dirty="0" smtClean="0"/>
              <a:t>Find the shortest path from the smallest vertex to every other vertex of the graph.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068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706440" y="-1236191"/>
            <a:ext cx="922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Dijkstra’s Shortest Path Algorithm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36558" y="260227"/>
            <a:ext cx="7018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Consider the start vertex A.</a:t>
            </a:r>
          </a:p>
          <a:p>
            <a:r>
              <a:rPr lang="en-US" dirty="0" smtClean="0"/>
              <a:t>Distance to A from A = 0</a:t>
            </a:r>
          </a:p>
          <a:p>
            <a:r>
              <a:rPr lang="en-US" dirty="0" smtClean="0"/>
              <a:t>Distances to all other vertices from A are unknown, therefore infinity (∞).</a:t>
            </a:r>
            <a:endParaRPr lang="en-US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67222"/>
              </p:ext>
            </p:extLst>
          </p:nvPr>
        </p:nvGraphicFramePr>
        <p:xfrm>
          <a:off x="7537817" y="1477053"/>
          <a:ext cx="4349385" cy="299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282"/>
                <a:gridCol w="1616282"/>
                <a:gridCol w="1116821"/>
              </a:tblGrid>
              <a:tr h="11635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Vertex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Shortest distance from</a:t>
                      </a:r>
                      <a:r>
                        <a:rPr lang="en-US" baseline="0" dirty="0" smtClean="0"/>
                        <a:t> A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Previous Vertex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94486" y="4983892"/>
            <a:ext cx="1185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Visited = []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722605" y="4983892"/>
            <a:ext cx="2493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</a:t>
            </a:r>
            <a:r>
              <a:rPr lang="en-US" dirty="0"/>
              <a:t>v</a:t>
            </a:r>
            <a:r>
              <a:rPr lang="en-US" dirty="0" smtClean="0"/>
              <a:t>isited = [A, B, C, D, E]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706440" y="1398789"/>
            <a:ext cx="5529396" cy="3107580"/>
            <a:chOff x="2782583" y="1719793"/>
            <a:chExt cx="4199243" cy="2588980"/>
          </a:xfrm>
        </p:grpSpPr>
        <p:sp>
          <p:nvSpPr>
            <p:cNvPr id="36" name="Action Button: Home 35">
              <a:hlinkClick r:id="" action="ppaction://noaction" highlightClick="1"/>
            </p:cNvPr>
            <p:cNvSpPr/>
            <p:nvPr/>
          </p:nvSpPr>
          <p:spPr>
            <a:xfrm>
              <a:off x="2805456" y="1745306"/>
              <a:ext cx="885045" cy="884717"/>
            </a:xfrm>
            <a:prstGeom prst="actionButtonHom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1180" y="3413631"/>
              <a:ext cx="895474" cy="895142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6352" y="2574256"/>
              <a:ext cx="895474" cy="895142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666" y="1748428"/>
              <a:ext cx="895474" cy="895142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2541" y="3413631"/>
              <a:ext cx="895474" cy="895142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2782583" y="1719793"/>
              <a:ext cx="269751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3666" y="3413631"/>
              <a:ext cx="25205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822541" y="3413631"/>
              <a:ext cx="27791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115186" y="2574256"/>
              <a:ext cx="26158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423666" y="1724024"/>
              <a:ext cx="26294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cxnSp>
          <p:nvCxnSpPr>
            <p:cNvPr id="46" name="Straight Connector 45"/>
            <p:cNvCxnSpPr>
              <a:stCxn id="36" idx="0"/>
              <a:endCxn id="39" idx="1"/>
            </p:cNvCxnSpPr>
            <p:nvPr/>
          </p:nvCxnSpPr>
          <p:spPr>
            <a:xfrm>
              <a:off x="3690501" y="2187664"/>
              <a:ext cx="733165" cy="83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718015" y="3867954"/>
              <a:ext cx="733165" cy="83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36" idx="1"/>
              <a:endCxn id="40" idx="0"/>
            </p:cNvCxnSpPr>
            <p:nvPr/>
          </p:nvCxnSpPr>
          <p:spPr>
            <a:xfrm>
              <a:off x="3247979" y="2630022"/>
              <a:ext cx="22300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905451" y="2630022"/>
              <a:ext cx="22300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9" idx="3"/>
              <a:endCxn id="38" idx="1"/>
            </p:cNvCxnSpPr>
            <p:nvPr/>
          </p:nvCxnSpPr>
          <p:spPr>
            <a:xfrm>
              <a:off x="5319140" y="2195999"/>
              <a:ext cx="767212" cy="8258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37" idx="3"/>
              <a:endCxn id="38" idx="1"/>
            </p:cNvCxnSpPr>
            <p:nvPr/>
          </p:nvCxnSpPr>
          <p:spPr>
            <a:xfrm flipV="1">
              <a:off x="5346654" y="3021827"/>
              <a:ext cx="739698" cy="8393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906240" y="17833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17459" y="28825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661276" y="215271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906240" y="393944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6" name="Straight Connector 55"/>
            <p:cNvCxnSpPr/>
            <p:nvPr/>
          </p:nvCxnSpPr>
          <p:spPr>
            <a:xfrm flipV="1">
              <a:off x="3690501" y="2630022"/>
              <a:ext cx="760679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4971268" y="28483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769154" y="278853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661276" y="34136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2284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706440" y="-1236191"/>
            <a:ext cx="922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Dijkstra’s Shortest Path Algorithm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4924" y="121757"/>
            <a:ext cx="1159721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Visit the unvisited vertex with the smallest known distance from the start vertex.</a:t>
            </a:r>
          </a:p>
          <a:p>
            <a:r>
              <a:rPr lang="en-US" dirty="0" smtClean="0"/>
              <a:t>First time around, this is the start vertex itself, A.</a:t>
            </a:r>
          </a:p>
          <a:p>
            <a:r>
              <a:rPr lang="en-US" dirty="0" smtClean="0"/>
              <a:t>For the current vertex, examine its unvisited neighbors. we are currently visiting A and its unvisited neighbors are B and D.</a:t>
            </a:r>
          </a:p>
          <a:p>
            <a:r>
              <a:rPr lang="en-US" dirty="0" smtClean="0"/>
              <a:t>For the current vertex calculate the distance of each neighbor from the start vertex. </a:t>
            </a:r>
          </a:p>
          <a:p>
            <a:r>
              <a:rPr lang="en-US" dirty="0" smtClean="0"/>
              <a:t>If the calculated distance of a vertex is less than the known distance update the shortest distance in the table. </a:t>
            </a:r>
          </a:p>
          <a:p>
            <a:r>
              <a:rPr lang="en-US" i="1" dirty="0" smtClean="0"/>
              <a:t>In this case we visited B and D via A.</a:t>
            </a:r>
          </a:p>
          <a:p>
            <a:r>
              <a:rPr lang="en-US" dirty="0" smtClean="0"/>
              <a:t>Add the current vertex to the list of visited vertices.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0818" y="6108128"/>
            <a:ext cx="1318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Visited = [A]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902184" y="6108128"/>
            <a:ext cx="224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Unvisited = [B, C, D, E]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970818" y="2915565"/>
            <a:ext cx="5529396" cy="3107580"/>
            <a:chOff x="2782583" y="1719793"/>
            <a:chExt cx="4199243" cy="2588980"/>
          </a:xfrm>
        </p:grpSpPr>
        <p:sp>
          <p:nvSpPr>
            <p:cNvPr id="36" name="Action Button: Home 35">
              <a:hlinkClick r:id="" action="ppaction://noaction" highlightClick="1"/>
            </p:cNvPr>
            <p:cNvSpPr/>
            <p:nvPr/>
          </p:nvSpPr>
          <p:spPr>
            <a:xfrm>
              <a:off x="2805456" y="1745306"/>
              <a:ext cx="885045" cy="884717"/>
            </a:xfrm>
            <a:prstGeom prst="actionButtonHom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1180" y="3413631"/>
              <a:ext cx="895474" cy="895142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6352" y="2574256"/>
              <a:ext cx="895474" cy="895142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666" y="1748428"/>
              <a:ext cx="895474" cy="895142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2541" y="3413631"/>
              <a:ext cx="895474" cy="895142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2782583" y="1719793"/>
              <a:ext cx="269751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3666" y="3413631"/>
              <a:ext cx="25205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822541" y="3413631"/>
              <a:ext cx="27791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115186" y="2574256"/>
              <a:ext cx="26158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423666" y="1724024"/>
              <a:ext cx="26294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cxnSp>
          <p:nvCxnSpPr>
            <p:cNvPr id="46" name="Straight Connector 45"/>
            <p:cNvCxnSpPr>
              <a:stCxn id="36" idx="0"/>
              <a:endCxn id="39" idx="1"/>
            </p:cNvCxnSpPr>
            <p:nvPr/>
          </p:nvCxnSpPr>
          <p:spPr>
            <a:xfrm>
              <a:off x="3690501" y="2187664"/>
              <a:ext cx="733165" cy="833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718015" y="3867954"/>
              <a:ext cx="733165" cy="83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36" idx="1"/>
              <a:endCxn id="40" idx="0"/>
            </p:cNvCxnSpPr>
            <p:nvPr/>
          </p:nvCxnSpPr>
          <p:spPr>
            <a:xfrm>
              <a:off x="3247979" y="2630022"/>
              <a:ext cx="22300" cy="78360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905451" y="2630022"/>
              <a:ext cx="22300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9" idx="3"/>
              <a:endCxn id="38" idx="1"/>
            </p:cNvCxnSpPr>
            <p:nvPr/>
          </p:nvCxnSpPr>
          <p:spPr>
            <a:xfrm>
              <a:off x="5319140" y="2195999"/>
              <a:ext cx="767212" cy="8258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37" idx="3"/>
              <a:endCxn id="38" idx="1"/>
            </p:cNvCxnSpPr>
            <p:nvPr/>
          </p:nvCxnSpPr>
          <p:spPr>
            <a:xfrm flipV="1">
              <a:off x="5346654" y="3021827"/>
              <a:ext cx="739698" cy="8393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906240" y="17833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17459" y="28825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661276" y="215271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906240" y="393944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6" name="Straight Connector 55"/>
            <p:cNvCxnSpPr/>
            <p:nvPr/>
          </p:nvCxnSpPr>
          <p:spPr>
            <a:xfrm flipV="1">
              <a:off x="3690501" y="2630022"/>
              <a:ext cx="760679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4971268" y="28483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769154" y="278853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661276" y="34136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976632"/>
              </p:ext>
            </p:extLst>
          </p:nvPr>
        </p:nvGraphicFramePr>
        <p:xfrm>
          <a:off x="7465616" y="3291813"/>
          <a:ext cx="434938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282"/>
                <a:gridCol w="1616282"/>
                <a:gridCol w="1116821"/>
              </a:tblGrid>
              <a:tr h="5728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Vertex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Shortest distance from</a:t>
                      </a:r>
                      <a:r>
                        <a:rPr lang="en-US" baseline="0" dirty="0" smtClean="0"/>
                        <a:t> A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Previous Vertex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38934" y="2660176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6+0 =6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53715" y="4606641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+0 =1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838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706440" y="-1236191"/>
            <a:ext cx="922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Dijkstra’s Shortest Path Algorithm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4924" y="121757"/>
            <a:ext cx="1159721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Now the algorithm starts to repeat:</a:t>
            </a:r>
          </a:p>
          <a:p>
            <a:r>
              <a:rPr lang="en-US" dirty="0" smtClean="0"/>
              <a:t>Visit the unvisited vertex with the smallest known distance from the start vertex.</a:t>
            </a:r>
          </a:p>
          <a:p>
            <a:r>
              <a:rPr lang="en-US" i="1" dirty="0" smtClean="0"/>
              <a:t>This time around, it is vertex D.</a:t>
            </a:r>
          </a:p>
          <a:p>
            <a:r>
              <a:rPr lang="en-US" dirty="0"/>
              <a:t>For the current vertex, examine its unvisited neighbors. we are currently visiting </a:t>
            </a:r>
            <a:r>
              <a:rPr lang="en-US" dirty="0" smtClean="0"/>
              <a:t>D </a:t>
            </a:r>
            <a:r>
              <a:rPr lang="en-US" dirty="0"/>
              <a:t>and its unvisited neighbors are B and </a:t>
            </a:r>
            <a:r>
              <a:rPr lang="en-US" dirty="0" smtClean="0"/>
              <a:t>E.</a:t>
            </a:r>
            <a:endParaRPr lang="en-US" dirty="0"/>
          </a:p>
          <a:p>
            <a:r>
              <a:rPr lang="en-US" dirty="0"/>
              <a:t>For the current vertex calculate the distance of each neighbor from the start vertex. </a:t>
            </a:r>
          </a:p>
          <a:p>
            <a:r>
              <a:rPr lang="en-US" dirty="0"/>
              <a:t>If the calculated distance of a vertex is less than the known distance update the shortest distance in the table. </a:t>
            </a:r>
          </a:p>
          <a:p>
            <a:r>
              <a:rPr lang="en-US" i="1" dirty="0"/>
              <a:t>In this case we visited B and </a:t>
            </a:r>
            <a:r>
              <a:rPr lang="en-US" i="1" dirty="0" smtClean="0"/>
              <a:t>E </a:t>
            </a:r>
            <a:r>
              <a:rPr lang="en-US" i="1" dirty="0"/>
              <a:t>via </a:t>
            </a:r>
            <a:r>
              <a:rPr lang="en-US" i="1" dirty="0" smtClean="0"/>
              <a:t>D.</a:t>
            </a:r>
            <a:endParaRPr lang="en-US" i="1" dirty="0"/>
          </a:p>
          <a:p>
            <a:r>
              <a:rPr lang="en-US" dirty="0"/>
              <a:t>Add the current vertex to the list of visited vertices</a:t>
            </a:r>
            <a:endParaRPr lang="en-US" i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970818" y="6108128"/>
            <a:ext cx="1520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Visited = [A,D]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902184" y="6108128"/>
            <a:ext cx="200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Unvisited = [B, C, E]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970818" y="2915565"/>
            <a:ext cx="5529396" cy="3107580"/>
            <a:chOff x="2782583" y="1719793"/>
            <a:chExt cx="4199243" cy="2588980"/>
          </a:xfrm>
        </p:grpSpPr>
        <p:sp>
          <p:nvSpPr>
            <p:cNvPr id="36" name="Action Button: Home 35">
              <a:hlinkClick r:id="" action="ppaction://noaction" highlightClick="1"/>
            </p:cNvPr>
            <p:cNvSpPr/>
            <p:nvPr/>
          </p:nvSpPr>
          <p:spPr>
            <a:xfrm>
              <a:off x="2805456" y="1745306"/>
              <a:ext cx="885045" cy="884717"/>
            </a:xfrm>
            <a:prstGeom prst="actionButtonHom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1180" y="3413631"/>
              <a:ext cx="895474" cy="895142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6352" y="2574256"/>
              <a:ext cx="895474" cy="895142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666" y="1748428"/>
              <a:ext cx="895474" cy="895142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2782583" y="1719793"/>
              <a:ext cx="269751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3666" y="3413631"/>
              <a:ext cx="25205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822541" y="3413631"/>
              <a:ext cx="27791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115186" y="2574256"/>
              <a:ext cx="26158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423666" y="1724024"/>
              <a:ext cx="26294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cxnSp>
          <p:nvCxnSpPr>
            <p:cNvPr id="46" name="Straight Connector 45"/>
            <p:cNvCxnSpPr>
              <a:stCxn id="36" idx="0"/>
              <a:endCxn id="39" idx="1"/>
            </p:cNvCxnSpPr>
            <p:nvPr/>
          </p:nvCxnSpPr>
          <p:spPr>
            <a:xfrm>
              <a:off x="3690501" y="2187664"/>
              <a:ext cx="733165" cy="83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36" idx="1"/>
            </p:cNvCxnSpPr>
            <p:nvPr/>
          </p:nvCxnSpPr>
          <p:spPr>
            <a:xfrm>
              <a:off x="3247979" y="2630022"/>
              <a:ext cx="22300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905451" y="2630022"/>
              <a:ext cx="22300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9" idx="3"/>
              <a:endCxn id="38" idx="1"/>
            </p:cNvCxnSpPr>
            <p:nvPr/>
          </p:nvCxnSpPr>
          <p:spPr>
            <a:xfrm>
              <a:off x="5319140" y="2195999"/>
              <a:ext cx="767212" cy="8258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37" idx="3"/>
              <a:endCxn id="38" idx="1"/>
            </p:cNvCxnSpPr>
            <p:nvPr/>
          </p:nvCxnSpPr>
          <p:spPr>
            <a:xfrm flipV="1">
              <a:off x="5346654" y="3021827"/>
              <a:ext cx="739698" cy="8393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906240" y="17833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17459" y="28825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661276" y="215271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906240" y="393944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6" name="Straight Connector 55"/>
            <p:cNvCxnSpPr/>
            <p:nvPr/>
          </p:nvCxnSpPr>
          <p:spPr>
            <a:xfrm flipV="1">
              <a:off x="3690501" y="2630022"/>
              <a:ext cx="760679" cy="78360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4971268" y="28483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769154" y="278853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661276" y="34136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451949"/>
              </p:ext>
            </p:extLst>
          </p:nvPr>
        </p:nvGraphicFramePr>
        <p:xfrm>
          <a:off x="7465616" y="3162300"/>
          <a:ext cx="434938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282"/>
                <a:gridCol w="1616282"/>
                <a:gridCol w="1116821"/>
              </a:tblGrid>
              <a:tr h="5728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Vertex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Shortest distance from</a:t>
                      </a:r>
                      <a:r>
                        <a:rPr lang="en-US" baseline="0" dirty="0" smtClean="0"/>
                        <a:t> A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Previous Vertex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3624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38934" y="2660176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1+2 =3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984813" y="454885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1+1 =2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/>
          <p:cNvCxnSpPr>
            <a:endCxn id="37" idx="1"/>
          </p:cNvCxnSpPr>
          <p:nvPr/>
        </p:nvCxnSpPr>
        <p:spPr>
          <a:xfrm>
            <a:off x="2202558" y="5485921"/>
            <a:ext cx="9654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ction Button: Home 46">
            <a:hlinkClick r:id="" action="ppaction://noaction" highlightClick="1"/>
          </p:cNvPr>
          <p:cNvSpPr/>
          <p:nvPr/>
        </p:nvSpPr>
        <p:spPr>
          <a:xfrm>
            <a:off x="1038904" y="4954953"/>
            <a:ext cx="1165392" cy="1061935"/>
          </a:xfrm>
          <a:prstGeom prst="actionButtonHom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8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706440" y="-1236191"/>
            <a:ext cx="922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Dijkstra’s Shortest Path Algorithm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4924" y="121757"/>
            <a:ext cx="115625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dirty="0" smtClean="0"/>
              <a:t>he algorithm repeats:</a:t>
            </a:r>
          </a:p>
          <a:p>
            <a:r>
              <a:rPr lang="en-US" dirty="0" smtClean="0"/>
              <a:t>Visit the unvisited vertex with the smallest known distance from the start vertex.</a:t>
            </a:r>
          </a:p>
          <a:p>
            <a:r>
              <a:rPr lang="en-US" i="1" dirty="0" smtClean="0"/>
              <a:t>This time around, it is vertex E.</a:t>
            </a:r>
          </a:p>
          <a:p>
            <a:r>
              <a:rPr lang="en-US" dirty="0"/>
              <a:t>For the current vertex, examine its unvisited neighbors. we are currently visiting E</a:t>
            </a:r>
            <a:r>
              <a:rPr lang="en-US" dirty="0" smtClean="0"/>
              <a:t> </a:t>
            </a:r>
            <a:r>
              <a:rPr lang="en-US" dirty="0"/>
              <a:t>and its unvisited neighbors are B and C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For the current vertex calculate the distance of each neighbor from the start vertex. </a:t>
            </a:r>
          </a:p>
          <a:p>
            <a:r>
              <a:rPr lang="en-US" dirty="0"/>
              <a:t>If the calculated distance of a vertex is less than the known distance update the shortest distance in the table. </a:t>
            </a:r>
            <a:endParaRPr lang="en-US" dirty="0" smtClean="0"/>
          </a:p>
          <a:p>
            <a:r>
              <a:rPr lang="en-US" i="1" dirty="0" smtClean="0"/>
              <a:t>We do not need to update the distance to B only update C.</a:t>
            </a:r>
            <a:endParaRPr lang="en-US" i="1" dirty="0"/>
          </a:p>
          <a:p>
            <a:r>
              <a:rPr lang="en-US" dirty="0" smtClean="0"/>
              <a:t>Update the previous vertex for each of the updated distances.</a:t>
            </a:r>
          </a:p>
          <a:p>
            <a:r>
              <a:rPr lang="en-US" i="1" dirty="0" smtClean="0"/>
              <a:t>In this case we visited C via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0818" y="6108128"/>
            <a:ext cx="168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Visited = [A,D,E]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902184" y="6108128"/>
            <a:ext cx="1779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Unvisited = [B, C]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970818" y="2915565"/>
            <a:ext cx="5529396" cy="3107580"/>
            <a:chOff x="2782583" y="1719793"/>
            <a:chExt cx="4199243" cy="2588980"/>
          </a:xfrm>
        </p:grpSpPr>
        <p:sp>
          <p:nvSpPr>
            <p:cNvPr id="36" name="Action Button: Home 35">
              <a:hlinkClick r:id="" action="ppaction://noaction" highlightClick="1"/>
            </p:cNvPr>
            <p:cNvSpPr/>
            <p:nvPr/>
          </p:nvSpPr>
          <p:spPr>
            <a:xfrm>
              <a:off x="2805456" y="1745306"/>
              <a:ext cx="885045" cy="884717"/>
            </a:xfrm>
            <a:prstGeom prst="actionButtonHom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6352" y="2574256"/>
              <a:ext cx="895474" cy="895142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666" y="1748428"/>
              <a:ext cx="895474" cy="895142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2782583" y="1719793"/>
              <a:ext cx="269751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3666" y="3413631"/>
              <a:ext cx="25205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822541" y="3413631"/>
              <a:ext cx="27791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115186" y="2574256"/>
              <a:ext cx="26158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423666" y="1724024"/>
              <a:ext cx="26294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cxnSp>
          <p:nvCxnSpPr>
            <p:cNvPr id="46" name="Straight Connector 45"/>
            <p:cNvCxnSpPr>
              <a:stCxn id="36" idx="0"/>
              <a:endCxn id="39" idx="1"/>
            </p:cNvCxnSpPr>
            <p:nvPr/>
          </p:nvCxnSpPr>
          <p:spPr>
            <a:xfrm>
              <a:off x="3690501" y="2187664"/>
              <a:ext cx="733165" cy="83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36" idx="1"/>
            </p:cNvCxnSpPr>
            <p:nvPr/>
          </p:nvCxnSpPr>
          <p:spPr>
            <a:xfrm>
              <a:off x="3247979" y="2630022"/>
              <a:ext cx="22300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905451" y="2630022"/>
              <a:ext cx="22300" cy="78360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9" idx="3"/>
              <a:endCxn id="38" idx="1"/>
            </p:cNvCxnSpPr>
            <p:nvPr/>
          </p:nvCxnSpPr>
          <p:spPr>
            <a:xfrm>
              <a:off x="5319140" y="2195999"/>
              <a:ext cx="767212" cy="8258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endCxn id="38" idx="1"/>
            </p:cNvCxnSpPr>
            <p:nvPr/>
          </p:nvCxnSpPr>
          <p:spPr>
            <a:xfrm flipV="1">
              <a:off x="5346654" y="3021827"/>
              <a:ext cx="739698" cy="83937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906240" y="17833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17459" y="28825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661276" y="215271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906240" y="393944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971268" y="28483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769154" y="278853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661276" y="34136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862094"/>
              </p:ext>
            </p:extLst>
          </p:nvPr>
        </p:nvGraphicFramePr>
        <p:xfrm>
          <a:off x="7465616" y="3162300"/>
          <a:ext cx="434938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282"/>
                <a:gridCol w="1616282"/>
                <a:gridCol w="1116821"/>
              </a:tblGrid>
              <a:tr h="5728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Vertex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Shortest distance from</a:t>
                      </a:r>
                      <a:r>
                        <a:rPr lang="en-US" baseline="0" dirty="0" smtClean="0"/>
                        <a:t> A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Previous Vertex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3624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38934" y="2660176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+2 =4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84116" y="3599211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2+5 =7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2184298" y="4001807"/>
            <a:ext cx="979398" cy="9659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198294" y="5473405"/>
            <a:ext cx="9654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34" y="4955204"/>
            <a:ext cx="1179125" cy="1074448"/>
          </a:xfrm>
          <a:prstGeom prst="rect">
            <a:avLst/>
          </a:prstGeom>
        </p:spPr>
      </p:pic>
      <p:sp>
        <p:nvSpPr>
          <p:cNvPr id="61" name="Action Button: Home 60">
            <a:hlinkClick r:id="" action="ppaction://noaction" highlightClick="1"/>
          </p:cNvPr>
          <p:cNvSpPr/>
          <p:nvPr/>
        </p:nvSpPr>
        <p:spPr>
          <a:xfrm>
            <a:off x="3167960" y="4948696"/>
            <a:ext cx="1165392" cy="1061935"/>
          </a:xfrm>
          <a:prstGeom prst="actionButtonHom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706440" y="-1236191"/>
            <a:ext cx="922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Dijkstra’s Shortest Path Algorithm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91187" y="24591"/>
            <a:ext cx="1074396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 </a:t>
            </a:r>
            <a:r>
              <a:rPr lang="en-US" dirty="0"/>
              <a:t>the current vertex, examine its unvisited neighbors. we are currently visiting </a:t>
            </a:r>
            <a:r>
              <a:rPr lang="en-US" dirty="0" smtClean="0"/>
              <a:t>B </a:t>
            </a:r>
            <a:r>
              <a:rPr lang="en-US" dirty="0"/>
              <a:t>and its unvisited </a:t>
            </a:r>
            <a:r>
              <a:rPr lang="en-US" dirty="0" smtClean="0"/>
              <a:t>neighbor is C.</a:t>
            </a:r>
            <a:endParaRPr lang="en-US" dirty="0"/>
          </a:p>
          <a:p>
            <a:r>
              <a:rPr lang="en-US" dirty="0"/>
              <a:t>For the current vertex calculate the distance of each neighbor from the start vertex. </a:t>
            </a:r>
          </a:p>
          <a:p>
            <a:r>
              <a:rPr lang="en-US" dirty="0"/>
              <a:t>If the calculated distance of a vertex is less than the known distance update the shortest distance in the table. </a:t>
            </a:r>
            <a:endParaRPr lang="en-US" dirty="0" smtClean="0"/>
          </a:p>
          <a:p>
            <a:r>
              <a:rPr lang="en-US" i="1" dirty="0" smtClean="0"/>
              <a:t>We do not need to update the distance to C.</a:t>
            </a:r>
            <a:endParaRPr lang="en-US" i="1" dirty="0"/>
          </a:p>
          <a:p>
            <a:r>
              <a:rPr lang="en-US" dirty="0" smtClean="0"/>
              <a:t>Update the previous vertex for each of the updated distances.</a:t>
            </a:r>
          </a:p>
          <a:p>
            <a:r>
              <a:rPr lang="en-US" dirty="0" smtClean="0"/>
              <a:t>No distances were updated, so we do not need to do this either.</a:t>
            </a:r>
          </a:p>
          <a:p>
            <a:r>
              <a:rPr lang="en-US" dirty="0" smtClean="0"/>
              <a:t>Add the current vertex to the list of visited vertices.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16" y="6329636"/>
            <a:ext cx="1974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Visited = [A,D,E, </a:t>
            </a:r>
            <a:r>
              <a:rPr lang="en-US" dirty="0" smtClean="0"/>
              <a:t>B]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420390" y="6305910"/>
            <a:ext cx="1547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Unvisited = </a:t>
            </a:r>
            <a:r>
              <a:rPr lang="en-US" dirty="0" smtClean="0"/>
              <a:t>[C]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932616" y="3162300"/>
            <a:ext cx="5529396" cy="3107580"/>
            <a:chOff x="2782583" y="1719793"/>
            <a:chExt cx="4199243" cy="2588980"/>
          </a:xfrm>
        </p:grpSpPr>
        <p:sp>
          <p:nvSpPr>
            <p:cNvPr id="36" name="Action Button: Home 35">
              <a:hlinkClick r:id="" action="ppaction://noaction" highlightClick="1"/>
            </p:cNvPr>
            <p:cNvSpPr/>
            <p:nvPr/>
          </p:nvSpPr>
          <p:spPr>
            <a:xfrm>
              <a:off x="2805456" y="1745306"/>
              <a:ext cx="885045" cy="884717"/>
            </a:xfrm>
            <a:prstGeom prst="actionButtonHom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6352" y="2574256"/>
              <a:ext cx="895474" cy="895142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2782583" y="1719793"/>
              <a:ext cx="269751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3666" y="3413631"/>
              <a:ext cx="25205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822541" y="3413631"/>
              <a:ext cx="27791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115186" y="2574256"/>
              <a:ext cx="26158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423666" y="1724024"/>
              <a:ext cx="26294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cxnSp>
          <p:nvCxnSpPr>
            <p:cNvPr id="46" name="Straight Connector 45"/>
            <p:cNvCxnSpPr>
              <a:stCxn id="36" idx="0"/>
            </p:cNvCxnSpPr>
            <p:nvPr/>
          </p:nvCxnSpPr>
          <p:spPr>
            <a:xfrm>
              <a:off x="3690501" y="2187664"/>
              <a:ext cx="733165" cy="83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36" idx="1"/>
            </p:cNvCxnSpPr>
            <p:nvPr/>
          </p:nvCxnSpPr>
          <p:spPr>
            <a:xfrm>
              <a:off x="3247979" y="2630022"/>
              <a:ext cx="22300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endCxn id="38" idx="1"/>
            </p:cNvCxnSpPr>
            <p:nvPr/>
          </p:nvCxnSpPr>
          <p:spPr>
            <a:xfrm>
              <a:off x="5319140" y="2195999"/>
              <a:ext cx="767212" cy="8258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endCxn id="38" idx="1"/>
            </p:cNvCxnSpPr>
            <p:nvPr/>
          </p:nvCxnSpPr>
          <p:spPr>
            <a:xfrm flipV="1">
              <a:off x="5346654" y="3021827"/>
              <a:ext cx="739698" cy="8393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906240" y="17833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17459" y="28825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661276" y="215271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906240" y="393944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971268" y="28483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769154" y="278853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661276" y="34136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952183"/>
              </p:ext>
            </p:extLst>
          </p:nvPr>
        </p:nvGraphicFramePr>
        <p:xfrm>
          <a:off x="7465616" y="3162300"/>
          <a:ext cx="434938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282"/>
                <a:gridCol w="1616282"/>
                <a:gridCol w="1116821"/>
              </a:tblGrid>
              <a:tr h="5728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Vertex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Shortest distance from</a:t>
                      </a:r>
                      <a:r>
                        <a:rPr lang="en-US" baseline="0" dirty="0" smtClean="0"/>
                        <a:t> A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Previous Vertex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3624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5224054" y="3875157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+5 =8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2145765" y="4238854"/>
            <a:ext cx="979398" cy="9659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164356" y="5732656"/>
            <a:ext cx="9654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3683092" y="4271119"/>
            <a:ext cx="36229" cy="9243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ction Button: Home 32">
            <a:hlinkClick r:id="" action="ppaction://noaction" highlightClick="1"/>
          </p:cNvPr>
          <p:cNvSpPr/>
          <p:nvPr/>
        </p:nvSpPr>
        <p:spPr>
          <a:xfrm>
            <a:off x="992098" y="5201688"/>
            <a:ext cx="1165392" cy="1061935"/>
          </a:xfrm>
          <a:prstGeom prst="actionButtonHom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ction Button: Home 46">
            <a:hlinkClick r:id="" action="ppaction://noaction" highlightClick="1"/>
          </p:cNvPr>
          <p:cNvSpPr/>
          <p:nvPr/>
        </p:nvSpPr>
        <p:spPr>
          <a:xfrm>
            <a:off x="3132029" y="5185427"/>
            <a:ext cx="1165392" cy="1061935"/>
          </a:xfrm>
          <a:prstGeom prst="actionButtonHom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ction Button: Home 48">
            <a:hlinkClick r:id="" action="ppaction://noaction" highlightClick="1"/>
          </p:cNvPr>
          <p:cNvSpPr/>
          <p:nvPr/>
        </p:nvSpPr>
        <p:spPr>
          <a:xfrm>
            <a:off x="3100158" y="3177191"/>
            <a:ext cx="1165392" cy="1061935"/>
          </a:xfrm>
          <a:prstGeom prst="actionButtonHom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2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150136" y="302892"/>
            <a:ext cx="7726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 the unvisited vertex with the smallest known distance from the start vertex</a:t>
            </a:r>
            <a:r>
              <a:rPr lang="en-US" dirty="0" smtClean="0"/>
              <a:t>.</a:t>
            </a:r>
          </a:p>
          <a:p>
            <a:r>
              <a:rPr lang="en-US" dirty="0"/>
              <a:t>This time around, it is vertex </a:t>
            </a:r>
            <a:r>
              <a:rPr lang="en-US" dirty="0" smtClean="0"/>
              <a:t>C and it has no unvisited neighbors.</a:t>
            </a:r>
          </a:p>
          <a:p>
            <a:r>
              <a:rPr lang="en-US" dirty="0" smtClean="0"/>
              <a:t>Add the current vertex to the list of visited vertices.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4970" y="5822696"/>
            <a:ext cx="2098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Visited = [A,D,E, B,C]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651048" y="1671156"/>
            <a:ext cx="5529396" cy="3107580"/>
            <a:chOff x="2782583" y="1719793"/>
            <a:chExt cx="4199243" cy="2588980"/>
          </a:xfrm>
        </p:grpSpPr>
        <p:sp>
          <p:nvSpPr>
            <p:cNvPr id="36" name="Action Button: Home 35">
              <a:hlinkClick r:id="" action="ppaction://noaction" highlightClick="1"/>
            </p:cNvPr>
            <p:cNvSpPr/>
            <p:nvPr/>
          </p:nvSpPr>
          <p:spPr>
            <a:xfrm>
              <a:off x="2805456" y="1745306"/>
              <a:ext cx="885045" cy="884717"/>
            </a:xfrm>
            <a:prstGeom prst="actionButtonHom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6352" y="2574256"/>
              <a:ext cx="895474" cy="895142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2782583" y="1719793"/>
              <a:ext cx="269751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3666" y="3413631"/>
              <a:ext cx="25205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822541" y="3413631"/>
              <a:ext cx="277917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115186" y="2574256"/>
              <a:ext cx="26158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423666" y="1724024"/>
              <a:ext cx="262945" cy="313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cxnSp>
          <p:nvCxnSpPr>
            <p:cNvPr id="46" name="Straight Connector 45"/>
            <p:cNvCxnSpPr>
              <a:stCxn id="36" idx="0"/>
            </p:cNvCxnSpPr>
            <p:nvPr/>
          </p:nvCxnSpPr>
          <p:spPr>
            <a:xfrm>
              <a:off x="3690501" y="2187664"/>
              <a:ext cx="733165" cy="83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36" idx="1"/>
            </p:cNvCxnSpPr>
            <p:nvPr/>
          </p:nvCxnSpPr>
          <p:spPr>
            <a:xfrm>
              <a:off x="3247979" y="2630022"/>
              <a:ext cx="22300" cy="783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endCxn id="38" idx="1"/>
            </p:cNvCxnSpPr>
            <p:nvPr/>
          </p:nvCxnSpPr>
          <p:spPr>
            <a:xfrm>
              <a:off x="5319140" y="2195999"/>
              <a:ext cx="767212" cy="8258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endCxn id="38" idx="1"/>
            </p:cNvCxnSpPr>
            <p:nvPr/>
          </p:nvCxnSpPr>
          <p:spPr>
            <a:xfrm flipV="1">
              <a:off x="5346654" y="3021827"/>
              <a:ext cx="739698" cy="8393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906240" y="17833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17459" y="28825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661276" y="215271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906240" y="393944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971268" y="28483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769154" y="278853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661276" y="34136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361389"/>
              </p:ext>
            </p:extLst>
          </p:nvPr>
        </p:nvGraphicFramePr>
        <p:xfrm>
          <a:off x="7220331" y="1082928"/>
          <a:ext cx="434938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282"/>
                <a:gridCol w="1616282"/>
                <a:gridCol w="1116821"/>
              </a:tblGrid>
              <a:tr h="5728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Vertex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Shortest distance from</a:t>
                      </a:r>
                      <a:r>
                        <a:rPr lang="en-US" baseline="0" dirty="0" smtClean="0"/>
                        <a:t> A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Previous Vertex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626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3624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5176971" y="221629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+5 =8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832136" y="2763713"/>
            <a:ext cx="950847" cy="926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878606" y="4220057"/>
            <a:ext cx="9654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3330025" y="2779974"/>
            <a:ext cx="36229" cy="9243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84" y="3704288"/>
            <a:ext cx="1179125" cy="107444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79" y="3670317"/>
            <a:ext cx="1179125" cy="1074448"/>
          </a:xfrm>
          <a:prstGeom prst="rect">
            <a:avLst/>
          </a:prstGeom>
        </p:spPr>
      </p:pic>
      <p:sp>
        <p:nvSpPr>
          <p:cNvPr id="49" name="Action Button: Home 48">
            <a:hlinkClick r:id="" action="ppaction://noaction" highlightClick="1"/>
          </p:cNvPr>
          <p:cNvSpPr/>
          <p:nvPr/>
        </p:nvSpPr>
        <p:spPr>
          <a:xfrm>
            <a:off x="2805036" y="1710859"/>
            <a:ext cx="1165392" cy="1061935"/>
          </a:xfrm>
          <a:prstGeom prst="actionButtonHom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6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706440" y="-1236191"/>
            <a:ext cx="922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Dijkstra’s Shortest Path Algorithm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93036" y="702942"/>
            <a:ext cx="1159721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Let distance of start vertex from start vertex = 0</a:t>
            </a:r>
          </a:p>
          <a:p>
            <a:r>
              <a:rPr lang="en-US" dirty="0" smtClean="0"/>
              <a:t>Let distance of all other vertices from start = infinity</a:t>
            </a:r>
          </a:p>
          <a:p>
            <a:endParaRPr lang="en-US" dirty="0"/>
          </a:p>
          <a:p>
            <a:r>
              <a:rPr lang="en-US" dirty="0" smtClean="0"/>
              <a:t>Repeat </a:t>
            </a:r>
          </a:p>
          <a:p>
            <a:endParaRPr lang="en-US" dirty="0" smtClean="0"/>
          </a:p>
          <a:p>
            <a:r>
              <a:rPr lang="en-US" dirty="0"/>
              <a:t>Visit the unvisited vertex with the smallest known distance from the start vertex.</a:t>
            </a:r>
          </a:p>
          <a:p>
            <a:r>
              <a:rPr lang="en-US" dirty="0" smtClean="0"/>
              <a:t>For </a:t>
            </a:r>
            <a:r>
              <a:rPr lang="en-US" dirty="0"/>
              <a:t>the current vertex, examine its unvisited neighbors. we are currently visiting A and its unvisited neighbors are B and D.</a:t>
            </a:r>
          </a:p>
          <a:p>
            <a:r>
              <a:rPr lang="en-US" dirty="0"/>
              <a:t>For the current vertex calculate the distance of each neighbor from the start vertex. </a:t>
            </a:r>
          </a:p>
          <a:p>
            <a:r>
              <a:rPr lang="en-US" dirty="0"/>
              <a:t>If the calculated distance of a vertex is less than the known distance update the shortest </a:t>
            </a:r>
            <a:r>
              <a:rPr lang="en-US" dirty="0" smtClean="0"/>
              <a:t>distance. </a:t>
            </a:r>
            <a:endParaRPr lang="en-US" dirty="0"/>
          </a:p>
          <a:p>
            <a:r>
              <a:rPr lang="en-US" dirty="0" smtClean="0"/>
              <a:t>Update the previous vertex for each of the updated distances</a:t>
            </a:r>
            <a:endParaRPr lang="en-US" dirty="0"/>
          </a:p>
          <a:p>
            <a:r>
              <a:rPr lang="en-US" dirty="0"/>
              <a:t>Add the current vertex to the list of visited vertices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Until all vertices are visited.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1114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706440" y="-1236191"/>
            <a:ext cx="922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Dijkstra’s Shortest Path Algorithm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9140663" y="3544832"/>
            <a:ext cx="285749" cy="3150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493036" y="702942"/>
            <a:ext cx="11673645" cy="4247317"/>
            <a:chOff x="493036" y="702942"/>
            <a:chExt cx="11673645" cy="4247317"/>
          </a:xfrm>
        </p:grpSpPr>
        <p:sp>
          <p:nvSpPr>
            <p:cNvPr id="24" name="TextBox 23"/>
            <p:cNvSpPr txBox="1"/>
            <p:nvPr/>
          </p:nvSpPr>
          <p:spPr>
            <a:xfrm>
              <a:off x="493036" y="702942"/>
              <a:ext cx="11673645" cy="4247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Let distance of start vertex from start vertex = 0</a:t>
              </a:r>
            </a:p>
            <a:p>
              <a:r>
                <a:rPr lang="en-US" dirty="0" smtClean="0"/>
                <a:t>Let distance of all other vertices from start = infinity</a:t>
              </a:r>
            </a:p>
            <a:p>
              <a:endParaRPr lang="en-US" dirty="0"/>
            </a:p>
            <a:p>
              <a:r>
                <a:rPr lang="en-US" dirty="0" smtClean="0"/>
                <a:t>Repeat </a:t>
              </a:r>
            </a:p>
            <a:p>
              <a:endParaRPr lang="en-US" dirty="0" smtClean="0"/>
            </a:p>
            <a:p>
              <a:r>
                <a:rPr lang="en-US" dirty="0"/>
                <a:t>Visit the unvisited vertex with the smallest known distance from the start vertex.</a:t>
              </a:r>
            </a:p>
            <a:p>
              <a:r>
                <a:rPr lang="en-US" dirty="0" smtClean="0"/>
                <a:t>FOR </a:t>
              </a:r>
              <a:r>
                <a:rPr lang="en-US" dirty="0"/>
                <a:t>the current vertex, examine its unvisited neighbors. we are currently visiting A and its unvisited neighbors are B and D.</a:t>
              </a:r>
            </a:p>
            <a:p>
              <a:r>
                <a:rPr lang="en-US" dirty="0" smtClean="0"/>
                <a:t>	calculate </a:t>
              </a:r>
              <a:r>
                <a:rPr lang="en-US" dirty="0"/>
                <a:t>the distance of each neighbor from the start vertex. </a:t>
              </a:r>
            </a:p>
            <a:p>
              <a:r>
                <a:rPr lang="en-US" dirty="0"/>
                <a:t>If the calculated distance of a vertex is less than the known distance </a:t>
              </a:r>
              <a:endParaRPr lang="en-US" dirty="0" smtClean="0"/>
            </a:p>
            <a:p>
              <a:r>
                <a:rPr lang="en-US" dirty="0" smtClean="0"/>
                <a:t>	Update </a:t>
              </a:r>
              <a:r>
                <a:rPr lang="en-US" dirty="0"/>
                <a:t>the shortest distance </a:t>
              </a:r>
              <a:r>
                <a:rPr lang="en-US" dirty="0" smtClean="0"/>
                <a:t>to this vertex. </a:t>
              </a:r>
              <a:endParaRPr lang="en-US" dirty="0"/>
            </a:p>
            <a:p>
              <a:r>
                <a:rPr lang="en-US" dirty="0" smtClean="0"/>
                <a:t>	Update the previous vertex with the current vertex</a:t>
              </a:r>
            </a:p>
            <a:p>
              <a:r>
                <a:rPr lang="en-US" dirty="0" smtClean="0"/>
                <a:t>end if2</a:t>
              </a:r>
              <a:endParaRPr lang="en-US" dirty="0"/>
            </a:p>
            <a:p>
              <a:r>
                <a:rPr lang="en-US" dirty="0" smtClean="0"/>
                <a:t>NEXT unvisited neighbor</a:t>
              </a:r>
            </a:p>
            <a:p>
              <a:r>
                <a:rPr lang="en-US" dirty="0" smtClean="0"/>
                <a:t>Add the current vertex to the list of visited vertices</a:t>
              </a:r>
            </a:p>
            <a:p>
              <a:r>
                <a:rPr lang="en-US" dirty="0" smtClean="0"/>
                <a:t>END LOOP</a:t>
              </a:r>
            </a:p>
          </p:txBody>
        </p:sp>
        <p:sp>
          <p:nvSpPr>
            <p:cNvPr id="2" name="Oval 1"/>
            <p:cNvSpPr/>
            <p:nvPr/>
          </p:nvSpPr>
          <p:spPr>
            <a:xfrm>
              <a:off x="7303874" y="4025561"/>
              <a:ext cx="285749" cy="31509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7808579" y="3656236"/>
              <a:ext cx="285749" cy="31509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9865679" y="3914157"/>
              <a:ext cx="285749" cy="31509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8386895" y="3395367"/>
              <a:ext cx="285749" cy="31509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" name="Straight Connector 3"/>
            <p:cNvCxnSpPr>
              <a:stCxn id="2" idx="7"/>
              <a:endCxn id="10" idx="3"/>
            </p:cNvCxnSpPr>
            <p:nvPr/>
          </p:nvCxnSpPr>
          <p:spPr>
            <a:xfrm flipV="1">
              <a:off x="7547776" y="3925188"/>
              <a:ext cx="302650" cy="1465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7"/>
              <a:endCxn id="13" idx="2"/>
            </p:cNvCxnSpPr>
            <p:nvPr/>
          </p:nvCxnSpPr>
          <p:spPr>
            <a:xfrm flipV="1">
              <a:off x="8052481" y="3552916"/>
              <a:ext cx="334414" cy="1494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3" idx="6"/>
              <a:endCxn id="12" idx="2"/>
            </p:cNvCxnSpPr>
            <p:nvPr/>
          </p:nvCxnSpPr>
          <p:spPr>
            <a:xfrm>
              <a:off x="8672644" y="3552916"/>
              <a:ext cx="468019" cy="1494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12" idx="6"/>
            </p:cNvCxnSpPr>
            <p:nvPr/>
          </p:nvCxnSpPr>
          <p:spPr>
            <a:xfrm>
              <a:off x="9426412" y="3702381"/>
              <a:ext cx="505427" cy="2228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endCxn id="11" idx="2"/>
            </p:cNvCxnSpPr>
            <p:nvPr/>
          </p:nvCxnSpPr>
          <p:spPr>
            <a:xfrm flipV="1">
              <a:off x="7589623" y="4071706"/>
              <a:ext cx="2276056" cy="93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7471694" y="3773376"/>
              <a:ext cx="2608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024824" y="3362988"/>
              <a:ext cx="2608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565275" y="3559854"/>
              <a:ext cx="2608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776251" y="3334275"/>
              <a:ext cx="2608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538284" y="3817444"/>
              <a:ext cx="2608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5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1211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1104</Words>
  <Application>Microsoft Office PowerPoint</Application>
  <PresentationFormat>Widescreen</PresentationFormat>
  <Paragraphs>301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Dijkstra’s Shortest Path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21</cp:revision>
  <dcterms:created xsi:type="dcterms:W3CDTF">2025-05-25T20:26:18Z</dcterms:created>
  <dcterms:modified xsi:type="dcterms:W3CDTF">2025-11-05T22:27:33Z</dcterms:modified>
</cp:coreProperties>
</file>