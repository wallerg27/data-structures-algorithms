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71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56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252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2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548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6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1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026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093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104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07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60712-219C-4CB8-AE29-056CF6FC4FAF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2E89D-4FD8-48B3-9AD1-EDDADEAF3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94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6822" y="356245"/>
            <a:ext cx="9144000" cy="632296"/>
          </a:xfrm>
        </p:spPr>
        <p:txBody>
          <a:bodyPr/>
          <a:lstStyle/>
          <a:p>
            <a:r>
              <a:rPr lang="en-US" sz="3200" dirty="0" smtClean="0">
                <a:latin typeface="+mn-lt"/>
              </a:rPr>
              <a:t>Python List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54" y="1377821"/>
            <a:ext cx="9144000" cy="5097119"/>
          </a:xfrm>
        </p:spPr>
        <p:txBody>
          <a:bodyPr>
            <a:normAutofit fontScale="70000" lnSpcReduction="20000"/>
          </a:bodyPr>
          <a:lstStyle/>
          <a:p>
            <a:pPr algn="l" fontAlgn="base"/>
            <a:endParaRPr lang="en-US" dirty="0" smtClean="0"/>
          </a:p>
          <a:p>
            <a:pPr algn="l" fontAlgn="base"/>
            <a:r>
              <a:rPr lang="en-US" dirty="0" smtClean="0"/>
              <a:t>Python lis</a:t>
            </a:r>
            <a:r>
              <a:rPr lang="en-US" dirty="0"/>
              <a:t>t methods are built-in functions that allow us to perform various operations on lists, such as adding, removing, or modifying elements. In this article, we’ll explore all Python list methods with a simple example.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u="sng" dirty="0"/>
              <a:t>append()</a:t>
            </a:r>
            <a:r>
              <a:rPr lang="en-US" dirty="0"/>
              <a:t>: Adds an element to the end of the list.</a:t>
            </a:r>
          </a:p>
          <a:p>
            <a:pPr algn="l" fontAlgn="base"/>
            <a:r>
              <a:rPr lang="en-US" u="sng" dirty="0"/>
              <a:t>copy()</a:t>
            </a:r>
            <a:r>
              <a:rPr lang="en-US" dirty="0"/>
              <a:t>: Returns a shallow copy of the list.</a:t>
            </a:r>
          </a:p>
          <a:p>
            <a:pPr algn="l" fontAlgn="base"/>
            <a:r>
              <a:rPr lang="en-US" u="sng" dirty="0"/>
              <a:t>clear()</a:t>
            </a:r>
            <a:r>
              <a:rPr lang="en-US" dirty="0"/>
              <a:t>: Removes all elements from the list.</a:t>
            </a:r>
          </a:p>
          <a:p>
            <a:pPr algn="l" fontAlgn="base"/>
            <a:r>
              <a:rPr lang="en-US" u="sng" dirty="0"/>
              <a:t>count()</a:t>
            </a:r>
            <a:r>
              <a:rPr lang="en-US" dirty="0"/>
              <a:t>: Returns the number of times a specified element appears in the list.</a:t>
            </a:r>
          </a:p>
          <a:p>
            <a:pPr algn="l" fontAlgn="base"/>
            <a:r>
              <a:rPr lang="en-US" u="sng" dirty="0"/>
              <a:t>extend()</a:t>
            </a:r>
            <a:r>
              <a:rPr lang="en-US" dirty="0"/>
              <a:t>: Adds elements from another list to the end of the current list.</a:t>
            </a:r>
          </a:p>
          <a:p>
            <a:pPr algn="l" fontAlgn="base"/>
            <a:r>
              <a:rPr lang="en-US" u="sng" dirty="0"/>
              <a:t>index()</a:t>
            </a:r>
            <a:r>
              <a:rPr lang="en-US" dirty="0"/>
              <a:t>: Returns the index of the first occurrence of a specified element.</a:t>
            </a:r>
          </a:p>
          <a:p>
            <a:pPr algn="l" fontAlgn="base"/>
            <a:r>
              <a:rPr lang="en-US" u="sng" dirty="0"/>
              <a:t>insert()</a:t>
            </a:r>
            <a:r>
              <a:rPr lang="en-US" dirty="0"/>
              <a:t>: Inserts an element at a specified position.</a:t>
            </a:r>
          </a:p>
          <a:p>
            <a:pPr algn="l" fontAlgn="base"/>
            <a:r>
              <a:rPr lang="en-US" u="sng" dirty="0"/>
              <a:t>pop()</a:t>
            </a:r>
            <a:r>
              <a:rPr lang="en-US" dirty="0"/>
              <a:t>: Removes and returns the element at the specified position (or the last element if no index is specified).</a:t>
            </a:r>
          </a:p>
          <a:p>
            <a:pPr algn="l" fontAlgn="base"/>
            <a:r>
              <a:rPr lang="en-US" u="sng" dirty="0"/>
              <a:t>remove()</a:t>
            </a:r>
            <a:r>
              <a:rPr lang="en-US" dirty="0"/>
              <a:t>: Removes the first occurrence of a specified element.</a:t>
            </a:r>
          </a:p>
          <a:p>
            <a:pPr algn="l" fontAlgn="base"/>
            <a:r>
              <a:rPr lang="en-US" u="sng" dirty="0"/>
              <a:t>reverse()</a:t>
            </a:r>
            <a:r>
              <a:rPr lang="en-US" dirty="0"/>
              <a:t>: Reverses the order of the elements in the list.</a:t>
            </a:r>
          </a:p>
          <a:p>
            <a:pPr algn="l" fontAlgn="base"/>
            <a:r>
              <a:rPr lang="en-US" u="sng" dirty="0"/>
              <a:t>sort()</a:t>
            </a:r>
            <a:r>
              <a:rPr lang="en-US" dirty="0"/>
              <a:t>: Sorts the list in ascending order (by default).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260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6822" y="356245"/>
            <a:ext cx="9144000" cy="632296"/>
          </a:xfrm>
        </p:spPr>
        <p:txBody>
          <a:bodyPr/>
          <a:lstStyle/>
          <a:p>
            <a:r>
              <a:rPr lang="en-US" sz="3200" dirty="0" smtClean="0">
                <a:latin typeface="+mn-lt"/>
              </a:rPr>
              <a:t>Python List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54" y="1377821"/>
            <a:ext cx="9144000" cy="5097119"/>
          </a:xfrm>
        </p:spPr>
        <p:txBody>
          <a:bodyPr>
            <a:normAutofit/>
          </a:bodyPr>
          <a:lstStyle/>
          <a:p>
            <a:pPr algn="l" fontAlgn="base"/>
            <a:r>
              <a:rPr lang="en-US" dirty="0" smtClean="0"/>
              <a:t>Values = [1, 2, 3]</a:t>
            </a:r>
          </a:p>
          <a:p>
            <a:pPr algn="l" fontAlgn="base"/>
            <a:r>
              <a:rPr lang="en-US" dirty="0" smtClean="0"/>
              <a:t># Add 4 to the end of the list</a:t>
            </a:r>
          </a:p>
          <a:p>
            <a:pPr algn="l" fontAlgn="base"/>
            <a:r>
              <a:rPr lang="en-US" dirty="0" err="1" smtClean="0"/>
              <a:t>Values.append</a:t>
            </a:r>
            <a:r>
              <a:rPr lang="en-US" dirty="0" smtClean="0"/>
              <a:t>(4)</a:t>
            </a:r>
          </a:p>
          <a:p>
            <a:pPr algn="l" fontAlgn="base"/>
            <a:r>
              <a:rPr lang="en-US" dirty="0" smtClean="0"/>
              <a:t>Print(a)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 smtClean="0"/>
              <a:t>Values = [1, 2, 3]</a:t>
            </a:r>
          </a:p>
          <a:p>
            <a:pPr algn="l" fontAlgn="base"/>
            <a:r>
              <a:rPr lang="en-US" dirty="0" smtClean="0"/>
              <a:t># Create a copy of the list</a:t>
            </a:r>
          </a:p>
          <a:p>
            <a:pPr algn="l" fontAlgn="base"/>
            <a:r>
              <a:rPr lang="en-US" dirty="0" smtClean="0"/>
              <a:t>Values1= </a:t>
            </a:r>
            <a:r>
              <a:rPr lang="en-US" dirty="0" err="1" smtClean="0"/>
              <a:t>Values.copy</a:t>
            </a:r>
            <a:r>
              <a:rPr lang="en-US" dirty="0" smtClean="0"/>
              <a:t>()</a:t>
            </a:r>
          </a:p>
          <a:p>
            <a:pPr algn="l" fontAlgn="base"/>
            <a:r>
              <a:rPr lang="en-US" dirty="0" smtClean="0"/>
              <a:t>print(Values1)</a:t>
            </a:r>
          </a:p>
        </p:txBody>
      </p:sp>
    </p:spTree>
    <p:extLst>
      <p:ext uri="{BB962C8B-B14F-4D97-AF65-F5344CB8AC3E}">
        <p14:creationId xmlns:p14="http://schemas.microsoft.com/office/powerpoint/2010/main" val="184992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6822" y="356245"/>
            <a:ext cx="9144000" cy="632296"/>
          </a:xfrm>
        </p:spPr>
        <p:txBody>
          <a:bodyPr/>
          <a:lstStyle/>
          <a:p>
            <a:r>
              <a:rPr lang="en-US" sz="3200" dirty="0" smtClean="0">
                <a:latin typeface="+mn-lt"/>
              </a:rPr>
              <a:t>Python List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119" y="1122448"/>
            <a:ext cx="9144000" cy="5294828"/>
          </a:xfrm>
        </p:spPr>
        <p:txBody>
          <a:bodyPr>
            <a:normAutofit fontScale="92500" lnSpcReduction="20000"/>
          </a:bodyPr>
          <a:lstStyle/>
          <a:p>
            <a:pPr algn="l" fontAlgn="base"/>
            <a:r>
              <a:rPr lang="en-US" dirty="0" smtClean="0"/>
              <a:t>Values= [1, 2, 3]</a:t>
            </a:r>
          </a:p>
          <a:p>
            <a:pPr algn="l" fontAlgn="base"/>
            <a:r>
              <a:rPr lang="en-US" dirty="0" smtClean="0"/>
              <a:t># Remove all elements from the list</a:t>
            </a:r>
          </a:p>
          <a:p>
            <a:pPr algn="l" fontAlgn="base"/>
            <a:r>
              <a:rPr lang="en-US" dirty="0" err="1" smtClean="0"/>
              <a:t>Values.clear</a:t>
            </a:r>
            <a:r>
              <a:rPr lang="en-US" dirty="0" smtClean="0"/>
              <a:t>()</a:t>
            </a:r>
          </a:p>
          <a:p>
            <a:pPr algn="l" fontAlgn="base"/>
            <a:r>
              <a:rPr lang="en-US" dirty="0" smtClean="0"/>
              <a:t>print(Values)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 smtClean="0"/>
              <a:t>Values = [1, 2, 3, 2]</a:t>
            </a:r>
          </a:p>
          <a:p>
            <a:pPr algn="l" fontAlgn="base"/>
            <a:r>
              <a:rPr lang="en-US" dirty="0" smtClean="0"/>
              <a:t># Count occurrences of 2 in the list</a:t>
            </a:r>
          </a:p>
          <a:p>
            <a:pPr algn="l" fontAlgn="base"/>
            <a:r>
              <a:rPr lang="en-US" dirty="0" smtClean="0"/>
              <a:t>print(</a:t>
            </a:r>
            <a:r>
              <a:rPr lang="en-US" dirty="0" err="1" smtClean="0"/>
              <a:t>Values.count</a:t>
            </a:r>
            <a:r>
              <a:rPr lang="en-US" dirty="0" smtClean="0"/>
              <a:t>(2))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 smtClean="0"/>
              <a:t>Values = [1, 2]</a:t>
            </a:r>
          </a:p>
          <a:p>
            <a:pPr algn="l" fontAlgn="base"/>
            <a:endParaRPr lang="en-US" dirty="0" smtClean="0"/>
          </a:p>
          <a:p>
            <a:pPr algn="l" fontAlgn="base"/>
            <a:r>
              <a:rPr lang="en-US" dirty="0" smtClean="0"/>
              <a:t># Extend list a by adding elements from list [3, 4]</a:t>
            </a:r>
          </a:p>
          <a:p>
            <a:pPr algn="l" fontAlgn="base"/>
            <a:r>
              <a:rPr lang="en-US" dirty="0" err="1" smtClean="0"/>
              <a:t>Values.extend</a:t>
            </a:r>
            <a:r>
              <a:rPr lang="en-US" dirty="0" smtClean="0"/>
              <a:t>([3, 4])</a:t>
            </a:r>
          </a:p>
          <a:p>
            <a:pPr algn="l" fontAlgn="base"/>
            <a:r>
              <a:rPr lang="en-US" dirty="0" smtClean="0"/>
              <a:t>print(Values)</a:t>
            </a:r>
          </a:p>
        </p:txBody>
      </p:sp>
    </p:spTree>
    <p:extLst>
      <p:ext uri="{BB962C8B-B14F-4D97-AF65-F5344CB8AC3E}">
        <p14:creationId xmlns:p14="http://schemas.microsoft.com/office/powerpoint/2010/main" val="3790329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6822" y="356245"/>
            <a:ext cx="9144000" cy="632296"/>
          </a:xfrm>
        </p:spPr>
        <p:txBody>
          <a:bodyPr/>
          <a:lstStyle/>
          <a:p>
            <a:r>
              <a:rPr lang="en-US" sz="3200" dirty="0" smtClean="0">
                <a:latin typeface="+mn-lt"/>
              </a:rPr>
              <a:t>Python List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54" y="1377821"/>
            <a:ext cx="9144000" cy="5097119"/>
          </a:xfrm>
        </p:spPr>
        <p:txBody>
          <a:bodyPr>
            <a:normAutofit/>
          </a:bodyPr>
          <a:lstStyle/>
          <a:p>
            <a:pPr algn="l" fontAlgn="base"/>
            <a:r>
              <a:rPr lang="en-US" dirty="0" smtClean="0"/>
              <a:t>Values = [1, 2, 3]</a:t>
            </a:r>
          </a:p>
          <a:p>
            <a:pPr algn="l" fontAlgn="base"/>
            <a:r>
              <a:rPr lang="en-US" dirty="0" smtClean="0"/>
              <a:t># Find the index of 2 in the list</a:t>
            </a:r>
          </a:p>
          <a:p>
            <a:pPr algn="l" fontAlgn="base"/>
            <a:r>
              <a:rPr lang="en-US" dirty="0" smtClean="0"/>
              <a:t>print(</a:t>
            </a:r>
            <a:r>
              <a:rPr lang="en-US" dirty="0" err="1" smtClean="0"/>
              <a:t>Values.index</a:t>
            </a:r>
            <a:r>
              <a:rPr lang="en-US" dirty="0" smtClean="0"/>
              <a:t>(2))</a:t>
            </a:r>
          </a:p>
          <a:p>
            <a:pPr algn="l" fontAlgn="base"/>
            <a:endParaRPr lang="en-US" dirty="0"/>
          </a:p>
          <a:p>
            <a:pPr algn="l" fontAlgn="base"/>
            <a:r>
              <a:rPr lang="en-US" dirty="0" smtClean="0"/>
              <a:t>Values = [1, 3]</a:t>
            </a:r>
          </a:p>
          <a:p>
            <a:pPr algn="l" fontAlgn="base"/>
            <a:r>
              <a:rPr lang="en-US" dirty="0" smtClean="0"/>
              <a:t># Insert 2 at index 1</a:t>
            </a:r>
          </a:p>
          <a:p>
            <a:pPr algn="l" fontAlgn="base"/>
            <a:r>
              <a:rPr lang="en-US" dirty="0" err="1" smtClean="0"/>
              <a:t>Values.insert</a:t>
            </a:r>
            <a:r>
              <a:rPr lang="en-US" dirty="0" smtClean="0"/>
              <a:t>(1, 2)</a:t>
            </a:r>
          </a:p>
          <a:p>
            <a:pPr algn="l" fontAlgn="base"/>
            <a:r>
              <a:rPr lang="en-US" dirty="0" smtClean="0"/>
              <a:t>print(Values)</a:t>
            </a:r>
          </a:p>
        </p:txBody>
      </p:sp>
    </p:spTree>
    <p:extLst>
      <p:ext uri="{BB962C8B-B14F-4D97-AF65-F5344CB8AC3E}">
        <p14:creationId xmlns:p14="http://schemas.microsoft.com/office/powerpoint/2010/main" val="2942186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6822" y="356245"/>
            <a:ext cx="9144000" cy="632296"/>
          </a:xfrm>
        </p:spPr>
        <p:txBody>
          <a:bodyPr/>
          <a:lstStyle/>
          <a:p>
            <a:r>
              <a:rPr lang="en-US" sz="3200" dirty="0" smtClean="0">
                <a:latin typeface="+mn-lt"/>
              </a:rPr>
              <a:t>Python List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8454" y="1377821"/>
            <a:ext cx="9144000" cy="5097119"/>
          </a:xfrm>
        </p:spPr>
        <p:txBody>
          <a:bodyPr>
            <a:normAutofit fontScale="85000" lnSpcReduction="20000"/>
          </a:bodyPr>
          <a:lstStyle/>
          <a:p>
            <a:pPr algn="l" fontAlgn="base"/>
            <a:r>
              <a:rPr lang="en-US" dirty="0" smtClean="0"/>
              <a:t>Values = [1, 2, 3]</a:t>
            </a:r>
          </a:p>
          <a:p>
            <a:pPr algn="l" fontAlgn="base"/>
            <a:r>
              <a:rPr lang="en-US" dirty="0" smtClean="0"/>
              <a:t># Remove the first occurrence of 2</a:t>
            </a:r>
          </a:p>
          <a:p>
            <a:pPr algn="l" fontAlgn="base"/>
            <a:r>
              <a:rPr lang="en-US" dirty="0" err="1" smtClean="0"/>
              <a:t>Values.remove</a:t>
            </a:r>
            <a:r>
              <a:rPr lang="en-US" dirty="0" smtClean="0"/>
              <a:t>(2)</a:t>
            </a:r>
          </a:p>
          <a:p>
            <a:pPr algn="l" fontAlgn="base"/>
            <a:r>
              <a:rPr lang="en-US" dirty="0" smtClean="0"/>
              <a:t>print(Values)</a:t>
            </a:r>
          </a:p>
          <a:p>
            <a:pPr algn="l" fontAlgn="base"/>
            <a:endParaRPr lang="en-US" dirty="0" smtClean="0"/>
          </a:p>
          <a:p>
            <a:pPr algn="l" fontAlgn="base"/>
            <a:r>
              <a:rPr lang="en-US" dirty="0" smtClean="0"/>
              <a:t>Values = [1, 2, 3]</a:t>
            </a:r>
          </a:p>
          <a:p>
            <a:pPr algn="l" fontAlgn="base"/>
            <a:r>
              <a:rPr lang="en-US" dirty="0" smtClean="0"/>
              <a:t># Reverse the list order</a:t>
            </a:r>
          </a:p>
          <a:p>
            <a:pPr algn="l" fontAlgn="base"/>
            <a:r>
              <a:rPr lang="en-US" dirty="0" err="1" smtClean="0"/>
              <a:t>Values.reverse</a:t>
            </a:r>
            <a:r>
              <a:rPr lang="en-US" dirty="0" smtClean="0"/>
              <a:t>()</a:t>
            </a:r>
          </a:p>
          <a:p>
            <a:pPr algn="l" fontAlgn="base"/>
            <a:r>
              <a:rPr lang="en-US" dirty="0" smtClean="0"/>
              <a:t>print(Values)</a:t>
            </a:r>
          </a:p>
          <a:p>
            <a:pPr algn="l" fontAlgn="base"/>
            <a:endParaRPr lang="en-US" dirty="0" smtClean="0"/>
          </a:p>
          <a:p>
            <a:pPr algn="l" fontAlgn="base"/>
            <a:r>
              <a:rPr lang="en-US" dirty="0" smtClean="0"/>
              <a:t>Values = [3, 1, 2]</a:t>
            </a:r>
          </a:p>
          <a:p>
            <a:pPr algn="l" fontAlgn="base"/>
            <a:r>
              <a:rPr lang="en-US" dirty="0" smtClean="0"/>
              <a:t># Sort the list in ascending order</a:t>
            </a:r>
          </a:p>
          <a:p>
            <a:pPr algn="l" fontAlgn="base"/>
            <a:r>
              <a:rPr lang="en-US" dirty="0" err="1" smtClean="0"/>
              <a:t>Values.sort</a:t>
            </a:r>
            <a:r>
              <a:rPr lang="en-US" dirty="0" smtClean="0"/>
              <a:t>()</a:t>
            </a:r>
          </a:p>
          <a:p>
            <a:pPr algn="l" fontAlgn="base"/>
            <a:r>
              <a:rPr lang="en-US" smtClean="0"/>
              <a:t>print(Values)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20827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228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Python List methods</vt:lpstr>
      <vt:lpstr>Python List methods</vt:lpstr>
      <vt:lpstr>Python List methods</vt:lpstr>
      <vt:lpstr>Python List methods</vt:lpstr>
      <vt:lpstr>Python List methods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List methods</dc:title>
  <dc:creator>Microsoft account</dc:creator>
  <cp:lastModifiedBy>Microsoft account</cp:lastModifiedBy>
  <cp:revision>2</cp:revision>
  <dcterms:created xsi:type="dcterms:W3CDTF">2025-01-04T21:48:34Z</dcterms:created>
  <dcterms:modified xsi:type="dcterms:W3CDTF">2025-01-04T22:01:37Z</dcterms:modified>
</cp:coreProperties>
</file>