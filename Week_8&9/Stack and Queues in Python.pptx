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71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0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6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5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1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1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7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5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411AB-E72A-455D-95BB-285BB3C095C9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349BE-4126-4556-8F34-0840F5B08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2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827" y="422146"/>
            <a:ext cx="9144000" cy="78881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n-lt"/>
              </a:rPr>
              <a:t>Stack and Queues in </a:t>
            </a:r>
            <a:r>
              <a:rPr lang="en-US" sz="5400" dirty="0" smtClean="0">
                <a:latin typeface="+mn-lt"/>
              </a:rPr>
              <a:t>Python</a:t>
            </a:r>
            <a:endParaRPr lang="en-US" sz="5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458" y="1210961"/>
            <a:ext cx="10338487" cy="4734654"/>
          </a:xfrm>
        </p:spPr>
        <p:txBody>
          <a:bodyPr>
            <a:normAutofit/>
          </a:bodyPr>
          <a:lstStyle/>
          <a:p>
            <a:pPr algn="l" fontAlgn="base"/>
            <a:r>
              <a:rPr lang="en-US" dirty="0"/>
              <a:t>Unlike C++ STL and Java Collections, Python does have specific classes/interfaces for Stack and Queue. </a:t>
            </a:r>
            <a:endParaRPr lang="en-US" dirty="0" smtClean="0"/>
          </a:p>
          <a:p>
            <a:pPr algn="l" fontAlgn="base"/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Stack</a:t>
            </a:r>
            <a:r>
              <a:rPr lang="en-US" dirty="0"/>
              <a:t> works on the principle of “Last-in, first-out”. Also, the </a:t>
            </a:r>
            <a:r>
              <a:rPr lang="en-US" dirty="0" smtClean="0"/>
              <a:t>built-in </a:t>
            </a:r>
            <a:r>
              <a:rPr lang="en-US" dirty="0"/>
              <a:t>functions in Python make the code short and simple. To add an item to the top of the list, i.e., to push an item, </a:t>
            </a:r>
            <a:r>
              <a:rPr lang="en-US" dirty="0" smtClean="0"/>
              <a:t>you can </a:t>
            </a:r>
            <a:r>
              <a:rPr lang="en-US" dirty="0"/>
              <a:t>use </a:t>
            </a:r>
            <a:r>
              <a:rPr lang="en-US" b="1" dirty="0"/>
              <a:t>append()</a:t>
            </a:r>
            <a:r>
              <a:rPr lang="en-US" dirty="0"/>
              <a:t> function </a:t>
            </a:r>
            <a:r>
              <a:rPr lang="en-US" dirty="0" smtClean="0"/>
              <a:t>as well and </a:t>
            </a:r>
            <a:r>
              <a:rPr lang="en-US" dirty="0"/>
              <a:t>to pop out an element </a:t>
            </a:r>
            <a:r>
              <a:rPr lang="en-US" dirty="0" smtClean="0"/>
              <a:t>we will </a:t>
            </a:r>
            <a:r>
              <a:rPr lang="en-US" dirty="0"/>
              <a:t>use </a:t>
            </a:r>
            <a:r>
              <a:rPr lang="en-US" b="1" dirty="0"/>
              <a:t>pop()</a:t>
            </a:r>
            <a:r>
              <a:rPr lang="en-US" dirty="0"/>
              <a:t> function. </a:t>
            </a:r>
          </a:p>
        </p:txBody>
      </p:sp>
      <p:pic>
        <p:nvPicPr>
          <p:cNvPr id="2050" name="Picture 2" descr="https://miro.medium.com/v2/resize:fit:523/1*sA0H8QnST-pY29ithJYfd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721" y="3773914"/>
            <a:ext cx="4981575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226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827" y="422146"/>
            <a:ext cx="9144000" cy="78881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n-lt"/>
              </a:rPr>
              <a:t>Stack and Queues in </a:t>
            </a:r>
            <a:r>
              <a:rPr lang="en-US" sz="5400" dirty="0" smtClean="0">
                <a:latin typeface="+mn-lt"/>
              </a:rPr>
              <a:t>Python</a:t>
            </a:r>
            <a:endParaRPr lang="en-US" sz="5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6821" y="1257408"/>
            <a:ext cx="10338487" cy="4545183"/>
          </a:xfrm>
        </p:spPr>
        <p:txBody>
          <a:bodyPr>
            <a:normAutofit/>
          </a:bodyPr>
          <a:lstStyle/>
          <a:p>
            <a:pPr algn="l" fontAlgn="base"/>
            <a:r>
              <a:rPr lang="en-US" b="1" dirty="0"/>
              <a:t>Queue</a:t>
            </a:r>
            <a:r>
              <a:rPr lang="en-US" dirty="0"/>
              <a:t> works on the principle of “First-in, </a:t>
            </a:r>
            <a:r>
              <a:rPr lang="en-US"/>
              <a:t>first-out</a:t>
            </a:r>
            <a:r>
              <a:rPr lang="en-US" smtClean="0"/>
              <a:t>”.</a:t>
            </a:r>
          </a:p>
          <a:p>
            <a:pPr algn="l" fontAlgn="base"/>
            <a:endParaRPr lang="en-US" dirty="0" smtClean="0"/>
          </a:p>
          <a:p>
            <a:pPr algn="l" fontAlgn="base"/>
            <a:r>
              <a:rPr lang="en-US" dirty="0" smtClean="0"/>
              <a:t>A </a:t>
            </a:r>
            <a:r>
              <a:rPr lang="en-US" dirty="0" err="1"/>
              <a:t>deque</a:t>
            </a:r>
            <a:r>
              <a:rPr lang="en-US" dirty="0"/>
              <a:t> stands for Double-Ended Queue. It is a data structure that allows adding and removing elements from both ends efficiently. Unlike regular queues, which are typically operated on using FIFO (First In, First Out) principles, a </a:t>
            </a:r>
            <a:r>
              <a:rPr lang="en-US" dirty="0" err="1"/>
              <a:t>deque</a:t>
            </a:r>
            <a:r>
              <a:rPr lang="en-US" dirty="0"/>
              <a:t> supports both FIFO and LIFO (Last In, First Out) operations.</a:t>
            </a:r>
            <a:endParaRPr lang="en-US" dirty="0"/>
          </a:p>
          <a:p>
            <a:pPr algn="l" fontAlgn="base"/>
            <a:endParaRPr lang="en-US" dirty="0"/>
          </a:p>
          <a:p>
            <a:pPr algn="l" fontAlgn="base"/>
            <a:endParaRPr lang="en-US" dirty="0"/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4" y="3959246"/>
            <a:ext cx="5497509" cy="163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0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Stack and Queues in Python</vt:lpstr>
      <vt:lpstr>Stack and Queues in Python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and Queues in Python</dc:title>
  <dc:creator>Microsoft account</dc:creator>
  <cp:lastModifiedBy>Microsoft account</cp:lastModifiedBy>
  <cp:revision>3</cp:revision>
  <dcterms:created xsi:type="dcterms:W3CDTF">2025-01-04T23:01:15Z</dcterms:created>
  <dcterms:modified xsi:type="dcterms:W3CDTF">2025-01-04T23:28:15Z</dcterms:modified>
</cp:coreProperties>
</file>