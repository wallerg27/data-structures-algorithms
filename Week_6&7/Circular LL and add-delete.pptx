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99E492-84E8-49AF-A8CF-5C87603BD484}">
          <p14:sldIdLst>
            <p14:sldId id="260"/>
            <p14:sldId id="261"/>
            <p14:sldId id="256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0B22E1-CA50-4073-9D45-A16BD5EC34CA}" v="2" dt="2026-02-27T21:24:22.1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288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CDA17-911C-4B9C-9EDC-26570112FCE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7E33-074D-453C-9651-98EE9A80B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684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CDA17-911C-4B9C-9EDC-26570112FCE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7E33-074D-453C-9651-98EE9A80B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85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CDA17-911C-4B9C-9EDC-26570112FCE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7E33-074D-453C-9651-98EE9A80B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948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CDA17-911C-4B9C-9EDC-26570112FCE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7E33-074D-453C-9651-98EE9A80B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947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CDA17-911C-4B9C-9EDC-26570112FCE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7E33-074D-453C-9651-98EE9A80B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56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CDA17-911C-4B9C-9EDC-26570112FCE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7E33-074D-453C-9651-98EE9A80B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218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CDA17-911C-4B9C-9EDC-26570112FCE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7E33-074D-453C-9651-98EE9A80B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26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CDA17-911C-4B9C-9EDC-26570112FCE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7E33-074D-453C-9651-98EE9A80B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054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CDA17-911C-4B9C-9EDC-26570112FCE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7E33-074D-453C-9651-98EE9A80B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810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CDA17-911C-4B9C-9EDC-26570112FCE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7E33-074D-453C-9651-98EE9A80B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CDA17-911C-4B9C-9EDC-26570112FCE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7E33-074D-453C-9651-98EE9A80B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45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CDA17-911C-4B9C-9EDC-26570112FCE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27E33-074D-453C-9651-98EE9A80B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389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6E91-B478-EEBF-8369-4268FC50A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/>
              <a:t>Circular SSL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C894658-8916-E1D2-E2CB-3F95C74B84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190" y="2108835"/>
            <a:ext cx="11661460" cy="264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330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0EF0C-729B-0DC7-B2BE-072A2E582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155865" cy="660917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/>
              <a:t>Circular DLL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7FF06D-C65F-AEC2-4145-A3780A3402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20" y="1808807"/>
            <a:ext cx="12105960" cy="365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266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772" y="1404403"/>
            <a:ext cx="5850001" cy="1856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772" y="3914604"/>
            <a:ext cx="5850001" cy="1856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21722" y="410518"/>
            <a:ext cx="49214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Inserting at the beginning of a list,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823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003" y="1166470"/>
            <a:ext cx="5850001" cy="1856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058" y="3838833"/>
            <a:ext cx="6840250" cy="133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421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354" y="1746226"/>
            <a:ext cx="7812398" cy="15241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354" y="3921014"/>
            <a:ext cx="7643505" cy="149124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46729" y="472301"/>
            <a:ext cx="38395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Deleting Node following a given Node.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168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891" y="1383957"/>
            <a:ext cx="8171297" cy="159421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028" y="3584879"/>
            <a:ext cx="7755804" cy="200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283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</Words>
  <Application>Microsoft Office PowerPoint</Application>
  <PresentationFormat>Widescreen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Circular SSL</vt:lpstr>
      <vt:lpstr>Circular DLL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Manisha Chakraburtty</cp:lastModifiedBy>
  <cp:revision>3</cp:revision>
  <dcterms:created xsi:type="dcterms:W3CDTF">2025-02-19T20:57:33Z</dcterms:created>
  <dcterms:modified xsi:type="dcterms:W3CDTF">2026-02-27T21:27:02Z</dcterms:modified>
</cp:coreProperties>
</file>